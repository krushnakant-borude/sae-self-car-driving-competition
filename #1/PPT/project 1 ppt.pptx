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Lst>
  <p:sldSz cy="6858000" cx="12192000"/>
  <p:notesSz cx="6858000" cy="9144000"/>
  <p:embeddedFontLst>
    <p:embeddedFont>
      <p:font typeface="Catamaran"/>
      <p:regular r:id="rId19"/>
      <p:bold r:id="rId20"/>
    </p:embeddedFont>
    <p:embeddedFont>
      <p:font typeface="Arial Narrow"/>
      <p:regular r:id="rId21"/>
      <p:bold r:id="rId22"/>
      <p:italic r:id="rId23"/>
      <p:boldItalic r:id="rId24"/>
    </p:embeddedFont>
    <p:embeddedFont>
      <p:font typeface="Bebas Neue"/>
      <p:regular r:id="rId25"/>
    </p:embeddedFont>
    <p:embeddedFont>
      <p:font typeface="Fira Code"/>
      <p:regular r:id="rId26"/>
      <p:bold r:id="rId27"/>
    </p:embeddedFont>
    <p:embeddedFont>
      <p:font typeface="Barlow"/>
      <p:regular r:id="rId28"/>
      <p:bold r:id="rId29"/>
      <p:italic r:id="rId30"/>
      <p:boldItalic r:id="rId31"/>
    </p:embeddedFont>
    <p:embeddedFont>
      <p:font typeface="Merriweather"/>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http://customooxmlschemas.google.com/">
      <go:slidesCustomData xmlns:go="http://customooxmlschemas.google.com/" r:id="rId36" roundtripDataSignature="AMtx7mgWN3xT/yJqc97q6JChejEXIUCrt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Catamaran-bold.fntdata"/><Relationship Id="rId22" Type="http://schemas.openxmlformats.org/officeDocument/2006/relationships/font" Target="fonts/ArialNarrow-bold.fntdata"/><Relationship Id="rId21" Type="http://schemas.openxmlformats.org/officeDocument/2006/relationships/font" Target="fonts/ArialNarrow-regular.fntdata"/><Relationship Id="rId24" Type="http://schemas.openxmlformats.org/officeDocument/2006/relationships/font" Target="fonts/ArialNarrow-boldItalic.fntdata"/><Relationship Id="rId23" Type="http://schemas.openxmlformats.org/officeDocument/2006/relationships/font" Target="fonts/ArialNarrow-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FiraCode-regular.fntdata"/><Relationship Id="rId25" Type="http://schemas.openxmlformats.org/officeDocument/2006/relationships/font" Target="fonts/BebasNeue-regular.fntdata"/><Relationship Id="rId28" Type="http://schemas.openxmlformats.org/officeDocument/2006/relationships/font" Target="fonts/Barlow-regular.fntdata"/><Relationship Id="rId27" Type="http://schemas.openxmlformats.org/officeDocument/2006/relationships/font" Target="fonts/FiraCode-bold.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Barlow-bold.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Barlow-boldItalic.fntdata"/><Relationship Id="rId30" Type="http://schemas.openxmlformats.org/officeDocument/2006/relationships/font" Target="fonts/Barlow-italic.fntdata"/><Relationship Id="rId11" Type="http://schemas.openxmlformats.org/officeDocument/2006/relationships/slide" Target="slides/slide7.xml"/><Relationship Id="rId33" Type="http://schemas.openxmlformats.org/officeDocument/2006/relationships/font" Target="fonts/Merriweather-bold.fntdata"/><Relationship Id="rId10" Type="http://schemas.openxmlformats.org/officeDocument/2006/relationships/slide" Target="slides/slide6.xml"/><Relationship Id="rId32" Type="http://schemas.openxmlformats.org/officeDocument/2006/relationships/font" Target="fonts/Merriweather-regular.fntdata"/><Relationship Id="rId13" Type="http://schemas.openxmlformats.org/officeDocument/2006/relationships/slide" Target="slides/slide9.xml"/><Relationship Id="rId35" Type="http://schemas.openxmlformats.org/officeDocument/2006/relationships/font" Target="fonts/Merriweather-boldItalic.fntdata"/><Relationship Id="rId12" Type="http://schemas.openxmlformats.org/officeDocument/2006/relationships/slide" Target="slides/slide8.xml"/><Relationship Id="rId34" Type="http://schemas.openxmlformats.org/officeDocument/2006/relationships/font" Target="fonts/Merriweather-italic.fntdata"/><Relationship Id="rId15" Type="http://schemas.openxmlformats.org/officeDocument/2006/relationships/slide" Target="slides/slide11.xml"/><Relationship Id="rId14" Type="http://schemas.openxmlformats.org/officeDocument/2006/relationships/slide" Target="slides/slide10.xml"/><Relationship Id="rId36" Type="http://customschemas.google.com/relationships/presentationmetadata" Target="metadata"/><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font" Target="fonts/Catamaran-regular.fntdata"/><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 name="Google Shape;68;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 name="Google Shape;8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 name="Google Shape;9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 name="Google Shape;109;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5" name="Google Shape;12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0" name="Google Shape;16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8" name="Google Shape;178;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8" name="Google Shape;198;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3" name="Google Shape;213;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8" name="Google Shape;22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3" name="Google Shape;243;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3" name="Google Shape;25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8" name="Google Shape;268;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0" name="Google Shape;280;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bg>
      <p:bgPr>
        <a:gradFill>
          <a:gsLst>
            <a:gs pos="0">
              <a:schemeClr val="accent1"/>
            </a:gs>
            <a:gs pos="50000">
              <a:schemeClr val="accent2"/>
            </a:gs>
            <a:gs pos="100000">
              <a:schemeClr val="accent3"/>
            </a:gs>
          </a:gsLst>
          <a:path path="circle">
            <a:fillToRect b="100%" l="100%"/>
          </a:path>
          <a:tileRect r="-100%" t="-100%"/>
        </a:gradFill>
      </p:bgPr>
    </p:bg>
    <p:spTree>
      <p:nvGrpSpPr>
        <p:cNvPr id="19" name="Shape 19"/>
        <p:cNvGrpSpPr/>
        <p:nvPr/>
      </p:nvGrpSpPr>
      <p:grpSpPr>
        <a:xfrm>
          <a:off x="0" y="0"/>
          <a:ext cx="0" cy="0"/>
          <a:chOff x="0" y="0"/>
          <a:chExt cx="0" cy="0"/>
        </a:xfrm>
      </p:grpSpPr>
      <p:pic>
        <p:nvPicPr>
          <p:cNvPr id="20" name="Google Shape;20;p16"/>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21" name="Google Shape;21;p16"/>
          <p:cNvSpPr txBox="1"/>
          <p:nvPr>
            <p:ph type="ctrTitle"/>
          </p:nvPr>
        </p:nvSpPr>
        <p:spPr>
          <a:xfrm>
            <a:off x="835600" y="826967"/>
            <a:ext cx="7591200" cy="2611200"/>
          </a:xfrm>
          <a:prstGeom prst="rect">
            <a:avLst/>
          </a:prstGeom>
          <a:noFill/>
          <a:ln>
            <a:noFill/>
          </a:ln>
          <a:effectLst>
            <a:outerShdw blurRad="28575" rotWithShape="0" algn="bl" dir="2700000" dist="19050">
              <a:schemeClr val="dk1">
                <a:alpha val="20000"/>
              </a:schemeClr>
            </a:outerShdw>
          </a:effectLst>
        </p:spPr>
        <p:txBody>
          <a:bodyPr anchorCtr="0" anchor="t" bIns="0" lIns="0" spcFirstLastPara="1" rIns="0" wrap="square" tIns="0">
            <a:noAutofit/>
          </a:bodyPr>
          <a:lstStyle>
            <a:lvl1pPr lvl="0" marR="0" rtl="0" algn="ctr">
              <a:spcBef>
                <a:spcPts val="0"/>
              </a:spcBef>
              <a:spcAft>
                <a:spcPts val="0"/>
              </a:spcAft>
              <a:buClr>
                <a:schemeClr val="lt1"/>
              </a:buClr>
              <a:buSzPts val="7200"/>
              <a:buFont typeface="Arial"/>
              <a:buNone/>
              <a:defRPr b="0" i="0" sz="9600" u="none" cap="none" strike="noStrike">
                <a:solidFill>
                  <a:schemeClr val="lt1"/>
                </a:solidFill>
                <a:latin typeface="Arial"/>
                <a:ea typeface="Arial"/>
                <a:cs typeface="Arial"/>
                <a:sym typeface="Arial"/>
              </a:defRPr>
            </a:lvl1pPr>
            <a:lvl2pPr lvl="1" marR="0" rtl="0" algn="ctr">
              <a:spcBef>
                <a:spcPts val="0"/>
              </a:spcBef>
              <a:spcAft>
                <a:spcPts val="0"/>
              </a:spcAft>
              <a:buClr>
                <a:schemeClr val="lt1"/>
              </a:buClr>
              <a:buSzPts val="7200"/>
              <a:buFont typeface="Arial"/>
              <a:buNone/>
              <a:defRPr b="0" i="0" sz="9600" u="none" cap="none" strike="noStrike">
                <a:solidFill>
                  <a:schemeClr val="lt1"/>
                </a:solidFill>
                <a:latin typeface="Arial"/>
                <a:ea typeface="Arial"/>
                <a:cs typeface="Arial"/>
                <a:sym typeface="Arial"/>
              </a:defRPr>
            </a:lvl2pPr>
            <a:lvl3pPr lvl="2" marR="0" rtl="0" algn="ctr">
              <a:spcBef>
                <a:spcPts val="0"/>
              </a:spcBef>
              <a:spcAft>
                <a:spcPts val="0"/>
              </a:spcAft>
              <a:buClr>
                <a:schemeClr val="lt1"/>
              </a:buClr>
              <a:buSzPts val="7200"/>
              <a:buFont typeface="Arial"/>
              <a:buNone/>
              <a:defRPr b="0" i="0" sz="9600" u="none" cap="none" strike="noStrike">
                <a:solidFill>
                  <a:schemeClr val="lt1"/>
                </a:solidFill>
                <a:latin typeface="Arial"/>
                <a:ea typeface="Arial"/>
                <a:cs typeface="Arial"/>
                <a:sym typeface="Arial"/>
              </a:defRPr>
            </a:lvl3pPr>
            <a:lvl4pPr lvl="3" marR="0" rtl="0" algn="ctr">
              <a:spcBef>
                <a:spcPts val="0"/>
              </a:spcBef>
              <a:spcAft>
                <a:spcPts val="0"/>
              </a:spcAft>
              <a:buClr>
                <a:schemeClr val="lt1"/>
              </a:buClr>
              <a:buSzPts val="7200"/>
              <a:buFont typeface="Arial"/>
              <a:buNone/>
              <a:defRPr b="0" i="0" sz="9600" u="none" cap="none" strike="noStrike">
                <a:solidFill>
                  <a:schemeClr val="lt1"/>
                </a:solidFill>
                <a:latin typeface="Arial"/>
                <a:ea typeface="Arial"/>
                <a:cs typeface="Arial"/>
                <a:sym typeface="Arial"/>
              </a:defRPr>
            </a:lvl4pPr>
            <a:lvl5pPr lvl="4" marR="0" rtl="0" algn="ctr">
              <a:spcBef>
                <a:spcPts val="0"/>
              </a:spcBef>
              <a:spcAft>
                <a:spcPts val="0"/>
              </a:spcAft>
              <a:buClr>
                <a:schemeClr val="lt1"/>
              </a:buClr>
              <a:buSzPts val="7200"/>
              <a:buFont typeface="Arial"/>
              <a:buNone/>
              <a:defRPr b="0" i="0" sz="9600" u="none" cap="none" strike="noStrike">
                <a:solidFill>
                  <a:schemeClr val="lt1"/>
                </a:solidFill>
                <a:latin typeface="Arial"/>
                <a:ea typeface="Arial"/>
                <a:cs typeface="Arial"/>
                <a:sym typeface="Arial"/>
              </a:defRPr>
            </a:lvl5pPr>
            <a:lvl6pPr lvl="5" marR="0" rtl="0" algn="ctr">
              <a:spcBef>
                <a:spcPts val="0"/>
              </a:spcBef>
              <a:spcAft>
                <a:spcPts val="0"/>
              </a:spcAft>
              <a:buClr>
                <a:schemeClr val="lt1"/>
              </a:buClr>
              <a:buSzPts val="7200"/>
              <a:buFont typeface="Arial"/>
              <a:buNone/>
              <a:defRPr b="0" i="0" sz="9600" u="none" cap="none" strike="noStrike">
                <a:solidFill>
                  <a:schemeClr val="lt1"/>
                </a:solidFill>
                <a:latin typeface="Arial"/>
                <a:ea typeface="Arial"/>
                <a:cs typeface="Arial"/>
                <a:sym typeface="Arial"/>
              </a:defRPr>
            </a:lvl6pPr>
            <a:lvl7pPr lvl="6" marR="0" rtl="0" algn="ctr">
              <a:spcBef>
                <a:spcPts val="0"/>
              </a:spcBef>
              <a:spcAft>
                <a:spcPts val="0"/>
              </a:spcAft>
              <a:buClr>
                <a:schemeClr val="lt1"/>
              </a:buClr>
              <a:buSzPts val="7200"/>
              <a:buFont typeface="Arial"/>
              <a:buNone/>
              <a:defRPr b="0" i="0" sz="9600" u="none" cap="none" strike="noStrike">
                <a:solidFill>
                  <a:schemeClr val="lt1"/>
                </a:solidFill>
                <a:latin typeface="Arial"/>
                <a:ea typeface="Arial"/>
                <a:cs typeface="Arial"/>
                <a:sym typeface="Arial"/>
              </a:defRPr>
            </a:lvl7pPr>
            <a:lvl8pPr lvl="7" marR="0" rtl="0" algn="ctr">
              <a:spcBef>
                <a:spcPts val="0"/>
              </a:spcBef>
              <a:spcAft>
                <a:spcPts val="0"/>
              </a:spcAft>
              <a:buClr>
                <a:schemeClr val="lt1"/>
              </a:buClr>
              <a:buSzPts val="7200"/>
              <a:buFont typeface="Arial"/>
              <a:buNone/>
              <a:defRPr b="0" i="0" sz="9600" u="none" cap="none" strike="noStrike">
                <a:solidFill>
                  <a:schemeClr val="lt1"/>
                </a:solidFill>
                <a:latin typeface="Arial"/>
                <a:ea typeface="Arial"/>
                <a:cs typeface="Arial"/>
                <a:sym typeface="Arial"/>
              </a:defRPr>
            </a:lvl8pPr>
            <a:lvl9pPr lvl="8" marR="0" rtl="0" algn="ctr">
              <a:spcBef>
                <a:spcPts val="0"/>
              </a:spcBef>
              <a:spcAft>
                <a:spcPts val="0"/>
              </a:spcAft>
              <a:buClr>
                <a:schemeClr val="lt1"/>
              </a:buClr>
              <a:buSzPts val="7200"/>
              <a:buFont typeface="Arial"/>
              <a:buNone/>
              <a:defRPr b="0" i="0" sz="9600" u="none" cap="none" strike="noStrike">
                <a:solidFill>
                  <a:schemeClr val="lt1"/>
                </a:solidFill>
                <a:latin typeface="Arial"/>
                <a:ea typeface="Arial"/>
                <a:cs typeface="Arial"/>
                <a:sym typeface="Aria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2 columns" type="twoColTx">
  <p:cSld name="TITLE_AND_TWO_COLUMNS">
    <p:spTree>
      <p:nvGrpSpPr>
        <p:cNvPr id="22" name="Shape 22"/>
        <p:cNvGrpSpPr/>
        <p:nvPr/>
      </p:nvGrpSpPr>
      <p:grpSpPr>
        <a:xfrm>
          <a:off x="0" y="0"/>
          <a:ext cx="0" cy="0"/>
          <a:chOff x="0" y="0"/>
          <a:chExt cx="0" cy="0"/>
        </a:xfrm>
      </p:grpSpPr>
      <p:pic>
        <p:nvPicPr>
          <p:cNvPr id="23" name="Google Shape;23;p17"/>
          <p:cNvPicPr preferRelativeResize="0"/>
          <p:nvPr/>
        </p:nvPicPr>
        <p:blipFill rotWithShape="1">
          <a:blip r:embed="rId2">
            <a:alphaModFix amt="75000"/>
          </a:blip>
          <a:srcRect b="0" l="0" r="0" t="0"/>
          <a:stretch/>
        </p:blipFill>
        <p:spPr>
          <a:xfrm>
            <a:off x="0" y="0"/>
            <a:ext cx="12192000" cy="6858000"/>
          </a:xfrm>
          <a:prstGeom prst="rect">
            <a:avLst/>
          </a:prstGeom>
          <a:noFill/>
          <a:ln>
            <a:noFill/>
          </a:ln>
        </p:spPr>
      </p:pic>
      <p:sp>
        <p:nvSpPr>
          <p:cNvPr id="24" name="Google Shape;24;p17"/>
          <p:cNvSpPr/>
          <p:nvPr/>
        </p:nvSpPr>
        <p:spPr>
          <a:xfrm rot="5400000">
            <a:off x="970800" y="-970600"/>
            <a:ext cx="2503600" cy="4444800"/>
          </a:xfrm>
          <a:prstGeom prst="rtTriangle">
            <a:avLst/>
          </a:prstGeom>
          <a:gradFill>
            <a:gsLst>
              <a:gs pos="0">
                <a:schemeClr val="accent3"/>
              </a:gs>
              <a:gs pos="50000">
                <a:schemeClr val="accent2"/>
              </a:gs>
              <a:gs pos="100000">
                <a:schemeClr val="accent1"/>
              </a:gs>
            </a:gsLst>
            <a:lin ang="0" scaled="0"/>
          </a:gradFill>
          <a:ln>
            <a:noFill/>
          </a:ln>
        </p:spPr>
        <p:txBody>
          <a:bodyPr anchorCtr="0" anchor="ctr" bIns="121900" lIns="121900" spcFirstLastPara="1" rIns="121900" wrap="square" tIns="121900">
            <a:noAutofit/>
          </a:bodyPr>
          <a:lstStyle/>
          <a:p>
            <a:pPr indent="0" lvl="0" marL="0" marR="0" rtl="0" algn="l">
              <a:spcBef>
                <a:spcPts val="0"/>
              </a:spcBef>
              <a:spcAft>
                <a:spcPts val="0"/>
              </a:spcAft>
              <a:buClr>
                <a:schemeClr val="dk1"/>
              </a:buClr>
              <a:buSzPts val="2400"/>
              <a:buFont typeface="Arial"/>
              <a:buNone/>
            </a:pPr>
            <a:r>
              <a:t/>
            </a:r>
            <a:endParaRPr sz="2400">
              <a:solidFill>
                <a:schemeClr val="dk1"/>
              </a:solidFill>
              <a:latin typeface="Arial"/>
              <a:ea typeface="Arial"/>
              <a:cs typeface="Arial"/>
              <a:sym typeface="Arial"/>
            </a:endParaRPr>
          </a:p>
        </p:txBody>
      </p:sp>
      <p:sp>
        <p:nvSpPr>
          <p:cNvPr id="25" name="Google Shape;25;p17"/>
          <p:cNvSpPr/>
          <p:nvPr/>
        </p:nvSpPr>
        <p:spPr>
          <a:xfrm rot="-5400000">
            <a:off x="10322500" y="4988533"/>
            <a:ext cx="1347200" cy="2391600"/>
          </a:xfrm>
          <a:prstGeom prst="rtTriangle">
            <a:avLst/>
          </a:prstGeom>
          <a:gradFill>
            <a:gsLst>
              <a:gs pos="0">
                <a:schemeClr val="accent2"/>
              </a:gs>
              <a:gs pos="100000">
                <a:schemeClr val="accent3"/>
              </a:gs>
            </a:gsLst>
            <a:lin ang="0" scaled="0"/>
          </a:gradFill>
          <a:ln>
            <a:noFill/>
          </a:ln>
        </p:spPr>
        <p:txBody>
          <a:bodyPr anchorCtr="0" anchor="ctr" bIns="121900" lIns="121900" spcFirstLastPara="1" rIns="121900" wrap="square" tIns="121900">
            <a:noAutofit/>
          </a:bodyPr>
          <a:lstStyle/>
          <a:p>
            <a:pPr indent="0" lvl="0" marL="0" marR="0" rtl="0" algn="l">
              <a:spcBef>
                <a:spcPts val="0"/>
              </a:spcBef>
              <a:spcAft>
                <a:spcPts val="0"/>
              </a:spcAft>
              <a:buClr>
                <a:schemeClr val="dk1"/>
              </a:buClr>
              <a:buSzPts val="2400"/>
              <a:buFont typeface="Arial"/>
              <a:buNone/>
            </a:pPr>
            <a:r>
              <a:t/>
            </a:r>
            <a:endParaRPr sz="2400">
              <a:solidFill>
                <a:schemeClr val="dk1"/>
              </a:solidFill>
              <a:latin typeface="Arial"/>
              <a:ea typeface="Arial"/>
              <a:cs typeface="Arial"/>
              <a:sym typeface="Arial"/>
            </a:endParaRPr>
          </a:p>
        </p:txBody>
      </p:sp>
      <p:sp>
        <p:nvSpPr>
          <p:cNvPr id="26" name="Google Shape;26;p17"/>
          <p:cNvSpPr txBox="1"/>
          <p:nvPr>
            <p:ph type="title"/>
          </p:nvPr>
        </p:nvSpPr>
        <p:spPr>
          <a:xfrm>
            <a:off x="1140400" y="1114667"/>
            <a:ext cx="9920400" cy="528400"/>
          </a:xfrm>
          <a:prstGeom prst="rect">
            <a:avLst/>
          </a:prstGeom>
          <a:noFill/>
          <a:ln>
            <a:noFill/>
          </a:ln>
        </p:spPr>
        <p:txBody>
          <a:bodyPr anchorCtr="0" anchor="b" bIns="0" lIns="0" spcFirstLastPara="1" rIns="0" wrap="square" tIns="0">
            <a:noAutofit/>
          </a:bodyPr>
          <a:lstStyle>
            <a:lvl1pPr lvl="0" marR="0" rtl="0" algn="ctr">
              <a:spcBef>
                <a:spcPts val="0"/>
              </a:spcBef>
              <a:spcAft>
                <a:spcPts val="0"/>
              </a:spcAft>
              <a:buClr>
                <a:schemeClr val="dk2"/>
              </a:buClr>
              <a:buSzPts val="3600"/>
              <a:buFont typeface="Arial"/>
              <a:buNone/>
              <a:defRPr b="0" i="0" sz="4400" u="none" cap="none" strike="noStrike">
                <a:solidFill>
                  <a:schemeClr val="dk2"/>
                </a:solidFill>
                <a:latin typeface="Arial"/>
                <a:ea typeface="Arial"/>
                <a:cs typeface="Arial"/>
                <a:sym typeface="Arial"/>
              </a:defRPr>
            </a:lvl1pPr>
            <a:lvl2pPr lvl="1" marR="0" rtl="0" algn="ctr">
              <a:spcBef>
                <a:spcPts val="0"/>
              </a:spcBef>
              <a:spcAft>
                <a:spcPts val="0"/>
              </a:spcAft>
              <a:buClr>
                <a:schemeClr val="dk2"/>
              </a:buClr>
              <a:buSzPts val="3600"/>
              <a:buFont typeface="Arial"/>
              <a:buNone/>
              <a:defRPr b="0" i="0" sz="4400" u="none" cap="none" strike="noStrike">
                <a:solidFill>
                  <a:schemeClr val="dk2"/>
                </a:solidFill>
                <a:latin typeface="Arial"/>
                <a:ea typeface="Arial"/>
                <a:cs typeface="Arial"/>
                <a:sym typeface="Arial"/>
              </a:defRPr>
            </a:lvl2pPr>
            <a:lvl3pPr lvl="2" marR="0" rtl="0" algn="ctr">
              <a:spcBef>
                <a:spcPts val="0"/>
              </a:spcBef>
              <a:spcAft>
                <a:spcPts val="0"/>
              </a:spcAft>
              <a:buClr>
                <a:schemeClr val="dk2"/>
              </a:buClr>
              <a:buSzPts val="3600"/>
              <a:buFont typeface="Arial"/>
              <a:buNone/>
              <a:defRPr b="0" i="0" sz="4400" u="none" cap="none" strike="noStrike">
                <a:solidFill>
                  <a:schemeClr val="dk2"/>
                </a:solidFill>
                <a:latin typeface="Arial"/>
                <a:ea typeface="Arial"/>
                <a:cs typeface="Arial"/>
                <a:sym typeface="Arial"/>
              </a:defRPr>
            </a:lvl3pPr>
            <a:lvl4pPr lvl="3" marR="0" rtl="0" algn="ctr">
              <a:spcBef>
                <a:spcPts val="0"/>
              </a:spcBef>
              <a:spcAft>
                <a:spcPts val="0"/>
              </a:spcAft>
              <a:buClr>
                <a:schemeClr val="dk2"/>
              </a:buClr>
              <a:buSzPts val="3600"/>
              <a:buFont typeface="Arial"/>
              <a:buNone/>
              <a:defRPr b="0" i="0" sz="4400" u="none" cap="none" strike="noStrike">
                <a:solidFill>
                  <a:schemeClr val="dk2"/>
                </a:solidFill>
                <a:latin typeface="Arial"/>
                <a:ea typeface="Arial"/>
                <a:cs typeface="Arial"/>
                <a:sym typeface="Arial"/>
              </a:defRPr>
            </a:lvl4pPr>
            <a:lvl5pPr lvl="4" marR="0" rtl="0" algn="ctr">
              <a:spcBef>
                <a:spcPts val="0"/>
              </a:spcBef>
              <a:spcAft>
                <a:spcPts val="0"/>
              </a:spcAft>
              <a:buClr>
                <a:schemeClr val="dk2"/>
              </a:buClr>
              <a:buSzPts val="3600"/>
              <a:buFont typeface="Arial"/>
              <a:buNone/>
              <a:defRPr b="0" i="0" sz="4400" u="none" cap="none" strike="noStrike">
                <a:solidFill>
                  <a:schemeClr val="dk2"/>
                </a:solidFill>
                <a:latin typeface="Arial"/>
                <a:ea typeface="Arial"/>
                <a:cs typeface="Arial"/>
                <a:sym typeface="Arial"/>
              </a:defRPr>
            </a:lvl5pPr>
            <a:lvl6pPr lvl="5" marR="0" rtl="0" algn="ctr">
              <a:spcBef>
                <a:spcPts val="0"/>
              </a:spcBef>
              <a:spcAft>
                <a:spcPts val="0"/>
              </a:spcAft>
              <a:buClr>
                <a:schemeClr val="dk2"/>
              </a:buClr>
              <a:buSzPts val="3600"/>
              <a:buFont typeface="Arial"/>
              <a:buNone/>
              <a:defRPr b="0" i="0" sz="4400" u="none" cap="none" strike="noStrike">
                <a:solidFill>
                  <a:schemeClr val="dk2"/>
                </a:solidFill>
                <a:latin typeface="Arial"/>
                <a:ea typeface="Arial"/>
                <a:cs typeface="Arial"/>
                <a:sym typeface="Arial"/>
              </a:defRPr>
            </a:lvl6pPr>
            <a:lvl7pPr lvl="6" marR="0" rtl="0" algn="ctr">
              <a:spcBef>
                <a:spcPts val="0"/>
              </a:spcBef>
              <a:spcAft>
                <a:spcPts val="0"/>
              </a:spcAft>
              <a:buClr>
                <a:schemeClr val="dk2"/>
              </a:buClr>
              <a:buSzPts val="3600"/>
              <a:buFont typeface="Arial"/>
              <a:buNone/>
              <a:defRPr b="0" i="0" sz="4400" u="none" cap="none" strike="noStrike">
                <a:solidFill>
                  <a:schemeClr val="dk2"/>
                </a:solidFill>
                <a:latin typeface="Arial"/>
                <a:ea typeface="Arial"/>
                <a:cs typeface="Arial"/>
                <a:sym typeface="Arial"/>
              </a:defRPr>
            </a:lvl7pPr>
            <a:lvl8pPr lvl="7" marR="0" rtl="0" algn="ctr">
              <a:spcBef>
                <a:spcPts val="0"/>
              </a:spcBef>
              <a:spcAft>
                <a:spcPts val="0"/>
              </a:spcAft>
              <a:buClr>
                <a:schemeClr val="dk2"/>
              </a:buClr>
              <a:buSzPts val="3600"/>
              <a:buFont typeface="Arial"/>
              <a:buNone/>
              <a:defRPr b="0" i="0" sz="4400" u="none" cap="none" strike="noStrike">
                <a:solidFill>
                  <a:schemeClr val="dk2"/>
                </a:solidFill>
                <a:latin typeface="Arial"/>
                <a:ea typeface="Arial"/>
                <a:cs typeface="Arial"/>
                <a:sym typeface="Arial"/>
              </a:defRPr>
            </a:lvl8pPr>
            <a:lvl9pPr lvl="8" marR="0" rtl="0" algn="ctr">
              <a:spcBef>
                <a:spcPts val="0"/>
              </a:spcBef>
              <a:spcAft>
                <a:spcPts val="0"/>
              </a:spcAft>
              <a:buClr>
                <a:schemeClr val="dk2"/>
              </a:buClr>
              <a:buSzPts val="3600"/>
              <a:buFont typeface="Arial"/>
              <a:buNone/>
              <a:defRPr b="0" i="0" sz="4400" u="none" cap="none" strike="noStrike">
                <a:solidFill>
                  <a:schemeClr val="dk2"/>
                </a:solidFill>
                <a:latin typeface="Arial"/>
                <a:ea typeface="Arial"/>
                <a:cs typeface="Arial"/>
                <a:sym typeface="Arial"/>
              </a:defRPr>
            </a:lvl9pPr>
          </a:lstStyle>
          <a:p/>
        </p:txBody>
      </p:sp>
      <p:sp>
        <p:nvSpPr>
          <p:cNvPr id="27" name="Google Shape;27;p17"/>
          <p:cNvSpPr txBox="1"/>
          <p:nvPr>
            <p:ph idx="1" type="body"/>
          </p:nvPr>
        </p:nvSpPr>
        <p:spPr>
          <a:xfrm>
            <a:off x="1140367" y="2102067"/>
            <a:ext cx="4630800" cy="4129600"/>
          </a:xfrm>
          <a:prstGeom prst="rect">
            <a:avLst/>
          </a:prstGeom>
          <a:noFill/>
          <a:ln>
            <a:noFill/>
          </a:ln>
        </p:spPr>
        <p:txBody>
          <a:bodyPr anchorCtr="0" anchor="t" bIns="0" lIns="0" spcFirstLastPara="1" rIns="0" wrap="square" tIns="0">
            <a:noAutofit/>
          </a:bodyPr>
          <a:lstStyle>
            <a:lvl1pPr indent="-355600" lvl="0" marL="457200" marR="0" rtl="0" algn="l">
              <a:spcBef>
                <a:spcPts val="0"/>
              </a:spcBef>
              <a:spcAft>
                <a:spcPts val="0"/>
              </a:spcAft>
              <a:buClr>
                <a:schemeClr val="dk1"/>
              </a:buClr>
              <a:buSzPts val="2000"/>
              <a:buFont typeface="Arial"/>
              <a:buChar char="▸"/>
              <a:defRPr b="0" i="0" sz="2667" u="none" cap="none" strike="noStrike">
                <a:solidFill>
                  <a:schemeClr val="dk1"/>
                </a:solidFill>
                <a:latin typeface="Arial"/>
                <a:ea typeface="Arial"/>
                <a:cs typeface="Arial"/>
                <a:sym typeface="Arial"/>
              </a:defRPr>
            </a:lvl1pPr>
            <a:lvl2pPr indent="-355600" lvl="1" marL="914400" marR="0" rtl="0" algn="l">
              <a:spcBef>
                <a:spcPts val="1067"/>
              </a:spcBef>
              <a:spcAft>
                <a:spcPts val="0"/>
              </a:spcAft>
              <a:buClr>
                <a:schemeClr val="dk1"/>
              </a:buClr>
              <a:buSzPts val="2000"/>
              <a:buFont typeface="Arial"/>
              <a:buChar char="▹"/>
              <a:defRPr b="0" i="0" sz="2667" u="none" cap="none" strike="noStrike">
                <a:solidFill>
                  <a:schemeClr val="dk1"/>
                </a:solidFill>
                <a:latin typeface="Arial"/>
                <a:ea typeface="Arial"/>
                <a:cs typeface="Arial"/>
                <a:sym typeface="Arial"/>
              </a:defRPr>
            </a:lvl2pPr>
            <a:lvl3pPr indent="-355600" lvl="2" marL="1371600" marR="0" rtl="0" algn="l">
              <a:spcBef>
                <a:spcPts val="1067"/>
              </a:spcBef>
              <a:spcAft>
                <a:spcPts val="0"/>
              </a:spcAft>
              <a:buClr>
                <a:schemeClr val="dk1"/>
              </a:buClr>
              <a:buSzPts val="2000"/>
              <a:buFont typeface="Arial"/>
              <a:buChar char="▹"/>
              <a:defRPr b="0" i="0" sz="2667" u="none" cap="none" strike="noStrike">
                <a:solidFill>
                  <a:schemeClr val="dk1"/>
                </a:solidFill>
                <a:latin typeface="Arial"/>
                <a:ea typeface="Arial"/>
                <a:cs typeface="Arial"/>
                <a:sym typeface="Arial"/>
              </a:defRPr>
            </a:lvl3pPr>
            <a:lvl4pPr indent="-355600" lvl="3" marL="1828800" marR="0" rtl="0" algn="l">
              <a:spcBef>
                <a:spcPts val="1067"/>
              </a:spcBef>
              <a:spcAft>
                <a:spcPts val="0"/>
              </a:spcAft>
              <a:buClr>
                <a:schemeClr val="dk1"/>
              </a:buClr>
              <a:buSzPts val="2000"/>
              <a:buFont typeface="Arial"/>
              <a:buChar char="●"/>
              <a:defRPr b="0" i="0" sz="2667" u="none" cap="none" strike="noStrike">
                <a:solidFill>
                  <a:schemeClr val="dk1"/>
                </a:solidFill>
                <a:latin typeface="Arial"/>
                <a:ea typeface="Arial"/>
                <a:cs typeface="Arial"/>
                <a:sym typeface="Arial"/>
              </a:defRPr>
            </a:lvl4pPr>
            <a:lvl5pPr indent="-355600" lvl="4" marL="2286000" marR="0" rtl="0" algn="l">
              <a:spcBef>
                <a:spcPts val="1067"/>
              </a:spcBef>
              <a:spcAft>
                <a:spcPts val="0"/>
              </a:spcAft>
              <a:buClr>
                <a:schemeClr val="dk1"/>
              </a:buClr>
              <a:buSzPts val="2000"/>
              <a:buFont typeface="Arial"/>
              <a:buChar char="○"/>
              <a:defRPr b="0" i="0" sz="2667" u="none" cap="none" strike="noStrike">
                <a:solidFill>
                  <a:schemeClr val="dk1"/>
                </a:solidFill>
                <a:latin typeface="Arial"/>
                <a:ea typeface="Arial"/>
                <a:cs typeface="Arial"/>
                <a:sym typeface="Arial"/>
              </a:defRPr>
            </a:lvl5pPr>
            <a:lvl6pPr indent="-355600" lvl="5" marL="2743200" marR="0" rtl="0" algn="l">
              <a:spcBef>
                <a:spcPts val="1067"/>
              </a:spcBef>
              <a:spcAft>
                <a:spcPts val="0"/>
              </a:spcAft>
              <a:buClr>
                <a:schemeClr val="dk1"/>
              </a:buClr>
              <a:buSzPts val="2000"/>
              <a:buFont typeface="Arial"/>
              <a:buChar char="■"/>
              <a:defRPr b="0" i="0" sz="2667" u="none" cap="none" strike="noStrike">
                <a:solidFill>
                  <a:schemeClr val="dk1"/>
                </a:solidFill>
                <a:latin typeface="Arial"/>
                <a:ea typeface="Arial"/>
                <a:cs typeface="Arial"/>
                <a:sym typeface="Arial"/>
              </a:defRPr>
            </a:lvl6pPr>
            <a:lvl7pPr indent="-355600" lvl="6" marL="3200400" marR="0" rtl="0" algn="l">
              <a:spcBef>
                <a:spcPts val="1067"/>
              </a:spcBef>
              <a:spcAft>
                <a:spcPts val="0"/>
              </a:spcAft>
              <a:buClr>
                <a:schemeClr val="dk1"/>
              </a:buClr>
              <a:buSzPts val="2000"/>
              <a:buFont typeface="Arial"/>
              <a:buChar char="●"/>
              <a:defRPr b="0" i="0" sz="2667" u="none" cap="none" strike="noStrike">
                <a:solidFill>
                  <a:schemeClr val="dk1"/>
                </a:solidFill>
                <a:latin typeface="Arial"/>
                <a:ea typeface="Arial"/>
                <a:cs typeface="Arial"/>
                <a:sym typeface="Arial"/>
              </a:defRPr>
            </a:lvl7pPr>
            <a:lvl8pPr indent="-355600" lvl="7" marL="3657600" marR="0" rtl="0" algn="l">
              <a:spcBef>
                <a:spcPts val="1067"/>
              </a:spcBef>
              <a:spcAft>
                <a:spcPts val="0"/>
              </a:spcAft>
              <a:buClr>
                <a:schemeClr val="dk1"/>
              </a:buClr>
              <a:buSzPts val="2000"/>
              <a:buFont typeface="Arial"/>
              <a:buChar char="○"/>
              <a:defRPr b="0" i="0" sz="2667" u="none" cap="none" strike="noStrike">
                <a:solidFill>
                  <a:schemeClr val="dk1"/>
                </a:solidFill>
                <a:latin typeface="Arial"/>
                <a:ea typeface="Arial"/>
                <a:cs typeface="Arial"/>
                <a:sym typeface="Arial"/>
              </a:defRPr>
            </a:lvl8pPr>
            <a:lvl9pPr indent="-355600" lvl="8" marL="4114800" marR="0" rtl="0" algn="l">
              <a:spcBef>
                <a:spcPts val="1067"/>
              </a:spcBef>
              <a:spcAft>
                <a:spcPts val="1067"/>
              </a:spcAft>
              <a:buClr>
                <a:schemeClr val="dk1"/>
              </a:buClr>
              <a:buSzPts val="2000"/>
              <a:buFont typeface="Arial"/>
              <a:buChar char="■"/>
              <a:defRPr b="0" i="0" sz="2667" u="none" cap="none" strike="noStrike">
                <a:solidFill>
                  <a:schemeClr val="dk1"/>
                </a:solidFill>
                <a:latin typeface="Arial"/>
                <a:ea typeface="Arial"/>
                <a:cs typeface="Arial"/>
                <a:sym typeface="Arial"/>
              </a:defRPr>
            </a:lvl9pPr>
          </a:lstStyle>
          <a:p/>
        </p:txBody>
      </p:sp>
      <p:sp>
        <p:nvSpPr>
          <p:cNvPr id="28" name="Google Shape;28;p17"/>
          <p:cNvSpPr txBox="1"/>
          <p:nvPr>
            <p:ph idx="2" type="body"/>
          </p:nvPr>
        </p:nvSpPr>
        <p:spPr>
          <a:xfrm>
            <a:off x="6420799" y="2102067"/>
            <a:ext cx="4630800" cy="4129600"/>
          </a:xfrm>
          <a:prstGeom prst="rect">
            <a:avLst/>
          </a:prstGeom>
          <a:noFill/>
          <a:ln>
            <a:noFill/>
          </a:ln>
        </p:spPr>
        <p:txBody>
          <a:bodyPr anchorCtr="0" anchor="t" bIns="0" lIns="0" spcFirstLastPara="1" rIns="0" wrap="square" tIns="0">
            <a:noAutofit/>
          </a:bodyPr>
          <a:lstStyle>
            <a:lvl1pPr indent="-355600" lvl="0" marL="457200" marR="0" rtl="0" algn="l">
              <a:spcBef>
                <a:spcPts val="0"/>
              </a:spcBef>
              <a:spcAft>
                <a:spcPts val="0"/>
              </a:spcAft>
              <a:buClr>
                <a:schemeClr val="dk1"/>
              </a:buClr>
              <a:buSzPts val="2000"/>
              <a:buFont typeface="Arial"/>
              <a:buChar char="▸"/>
              <a:defRPr b="0" i="0" sz="2667" u="none" cap="none" strike="noStrike">
                <a:solidFill>
                  <a:schemeClr val="dk1"/>
                </a:solidFill>
                <a:latin typeface="Arial"/>
                <a:ea typeface="Arial"/>
                <a:cs typeface="Arial"/>
                <a:sym typeface="Arial"/>
              </a:defRPr>
            </a:lvl1pPr>
            <a:lvl2pPr indent="-355600" lvl="1" marL="914400" marR="0" rtl="0" algn="l">
              <a:spcBef>
                <a:spcPts val="1067"/>
              </a:spcBef>
              <a:spcAft>
                <a:spcPts val="0"/>
              </a:spcAft>
              <a:buClr>
                <a:schemeClr val="dk1"/>
              </a:buClr>
              <a:buSzPts val="2000"/>
              <a:buFont typeface="Arial"/>
              <a:buChar char="▹"/>
              <a:defRPr b="0" i="0" sz="2667" u="none" cap="none" strike="noStrike">
                <a:solidFill>
                  <a:schemeClr val="dk1"/>
                </a:solidFill>
                <a:latin typeface="Arial"/>
                <a:ea typeface="Arial"/>
                <a:cs typeface="Arial"/>
                <a:sym typeface="Arial"/>
              </a:defRPr>
            </a:lvl2pPr>
            <a:lvl3pPr indent="-355600" lvl="2" marL="1371600" marR="0" rtl="0" algn="l">
              <a:spcBef>
                <a:spcPts val="1067"/>
              </a:spcBef>
              <a:spcAft>
                <a:spcPts val="0"/>
              </a:spcAft>
              <a:buClr>
                <a:schemeClr val="dk1"/>
              </a:buClr>
              <a:buSzPts val="2000"/>
              <a:buFont typeface="Arial"/>
              <a:buChar char="▹"/>
              <a:defRPr b="0" i="0" sz="2667" u="none" cap="none" strike="noStrike">
                <a:solidFill>
                  <a:schemeClr val="dk1"/>
                </a:solidFill>
                <a:latin typeface="Arial"/>
                <a:ea typeface="Arial"/>
                <a:cs typeface="Arial"/>
                <a:sym typeface="Arial"/>
              </a:defRPr>
            </a:lvl3pPr>
            <a:lvl4pPr indent="-355600" lvl="3" marL="1828800" marR="0" rtl="0" algn="l">
              <a:spcBef>
                <a:spcPts val="1067"/>
              </a:spcBef>
              <a:spcAft>
                <a:spcPts val="0"/>
              </a:spcAft>
              <a:buClr>
                <a:schemeClr val="dk1"/>
              </a:buClr>
              <a:buSzPts val="2000"/>
              <a:buFont typeface="Arial"/>
              <a:buChar char="●"/>
              <a:defRPr b="0" i="0" sz="2667" u="none" cap="none" strike="noStrike">
                <a:solidFill>
                  <a:schemeClr val="dk1"/>
                </a:solidFill>
                <a:latin typeface="Arial"/>
                <a:ea typeface="Arial"/>
                <a:cs typeface="Arial"/>
                <a:sym typeface="Arial"/>
              </a:defRPr>
            </a:lvl4pPr>
            <a:lvl5pPr indent="-355600" lvl="4" marL="2286000" marR="0" rtl="0" algn="l">
              <a:spcBef>
                <a:spcPts val="1067"/>
              </a:spcBef>
              <a:spcAft>
                <a:spcPts val="0"/>
              </a:spcAft>
              <a:buClr>
                <a:schemeClr val="dk1"/>
              </a:buClr>
              <a:buSzPts val="2000"/>
              <a:buFont typeface="Arial"/>
              <a:buChar char="○"/>
              <a:defRPr b="0" i="0" sz="2667" u="none" cap="none" strike="noStrike">
                <a:solidFill>
                  <a:schemeClr val="dk1"/>
                </a:solidFill>
                <a:latin typeface="Arial"/>
                <a:ea typeface="Arial"/>
                <a:cs typeface="Arial"/>
                <a:sym typeface="Arial"/>
              </a:defRPr>
            </a:lvl5pPr>
            <a:lvl6pPr indent="-355600" lvl="5" marL="2743200" marR="0" rtl="0" algn="l">
              <a:spcBef>
                <a:spcPts val="1067"/>
              </a:spcBef>
              <a:spcAft>
                <a:spcPts val="0"/>
              </a:spcAft>
              <a:buClr>
                <a:schemeClr val="dk1"/>
              </a:buClr>
              <a:buSzPts val="2000"/>
              <a:buFont typeface="Arial"/>
              <a:buChar char="■"/>
              <a:defRPr b="0" i="0" sz="2667" u="none" cap="none" strike="noStrike">
                <a:solidFill>
                  <a:schemeClr val="dk1"/>
                </a:solidFill>
                <a:latin typeface="Arial"/>
                <a:ea typeface="Arial"/>
                <a:cs typeface="Arial"/>
                <a:sym typeface="Arial"/>
              </a:defRPr>
            </a:lvl6pPr>
            <a:lvl7pPr indent="-355600" lvl="6" marL="3200400" marR="0" rtl="0" algn="l">
              <a:spcBef>
                <a:spcPts val="1067"/>
              </a:spcBef>
              <a:spcAft>
                <a:spcPts val="0"/>
              </a:spcAft>
              <a:buClr>
                <a:schemeClr val="dk1"/>
              </a:buClr>
              <a:buSzPts val="2000"/>
              <a:buFont typeface="Arial"/>
              <a:buChar char="●"/>
              <a:defRPr b="0" i="0" sz="2667" u="none" cap="none" strike="noStrike">
                <a:solidFill>
                  <a:schemeClr val="dk1"/>
                </a:solidFill>
                <a:latin typeface="Arial"/>
                <a:ea typeface="Arial"/>
                <a:cs typeface="Arial"/>
                <a:sym typeface="Arial"/>
              </a:defRPr>
            </a:lvl7pPr>
            <a:lvl8pPr indent="-355600" lvl="7" marL="3657600" marR="0" rtl="0" algn="l">
              <a:spcBef>
                <a:spcPts val="1067"/>
              </a:spcBef>
              <a:spcAft>
                <a:spcPts val="0"/>
              </a:spcAft>
              <a:buClr>
                <a:schemeClr val="dk1"/>
              </a:buClr>
              <a:buSzPts val="2000"/>
              <a:buFont typeface="Arial"/>
              <a:buChar char="○"/>
              <a:defRPr b="0" i="0" sz="2667" u="none" cap="none" strike="noStrike">
                <a:solidFill>
                  <a:schemeClr val="dk1"/>
                </a:solidFill>
                <a:latin typeface="Arial"/>
                <a:ea typeface="Arial"/>
                <a:cs typeface="Arial"/>
                <a:sym typeface="Arial"/>
              </a:defRPr>
            </a:lvl8pPr>
            <a:lvl9pPr indent="-355600" lvl="8" marL="4114800" marR="0" rtl="0" algn="l">
              <a:spcBef>
                <a:spcPts val="1067"/>
              </a:spcBef>
              <a:spcAft>
                <a:spcPts val="1067"/>
              </a:spcAft>
              <a:buClr>
                <a:schemeClr val="dk1"/>
              </a:buClr>
              <a:buSzPts val="2000"/>
              <a:buFont typeface="Arial"/>
              <a:buChar char="■"/>
              <a:defRPr b="0" i="0" sz="2667" u="none" cap="none" strike="noStrike">
                <a:solidFill>
                  <a:schemeClr val="dk1"/>
                </a:solidFill>
                <a:latin typeface="Arial"/>
                <a:ea typeface="Arial"/>
                <a:cs typeface="Arial"/>
                <a:sym typeface="Arial"/>
              </a:defRPr>
            </a:lvl9pPr>
          </a:lstStyle>
          <a:p/>
        </p:txBody>
      </p:sp>
      <p:sp>
        <p:nvSpPr>
          <p:cNvPr id="29" name="Google Shape;29;p17"/>
          <p:cNvSpPr txBox="1"/>
          <p:nvPr>
            <p:ph idx="12" type="sldNum"/>
          </p:nvPr>
        </p:nvSpPr>
        <p:spPr>
          <a:xfrm>
            <a:off x="11205845" y="6231535"/>
            <a:ext cx="731600" cy="524800"/>
          </a:xfrm>
          <a:prstGeom prst="rect">
            <a:avLst/>
          </a:prstGeom>
          <a:noFill/>
          <a:ln>
            <a:noFill/>
          </a:ln>
        </p:spPr>
        <p:txBody>
          <a:bodyPr anchorCtr="0" anchor="ctr" bIns="0" lIns="0" spcFirstLastPara="1" rIns="0" wrap="square" tIns="0">
            <a:noAutofit/>
          </a:bodyPr>
          <a:lstStyle>
            <a:lvl1pPr indent="0" lvl="0" marL="0" marR="0" rtl="0" algn="r">
              <a:buClr>
                <a:schemeClr val="dk1"/>
              </a:buClr>
              <a:buSzPts val="1800"/>
              <a:buFont typeface="Arial"/>
              <a:buNone/>
              <a:defRPr sz="1800">
                <a:solidFill>
                  <a:schemeClr val="dk1"/>
                </a:solidFill>
                <a:latin typeface="Arial"/>
                <a:ea typeface="Arial"/>
                <a:cs typeface="Arial"/>
                <a:sym typeface="Arial"/>
              </a:defRPr>
            </a:lvl1pPr>
            <a:lvl2pPr indent="0" lvl="1" marL="0" marR="0" rtl="0" algn="r">
              <a:buClr>
                <a:schemeClr val="dk1"/>
              </a:buClr>
              <a:buSzPts val="1800"/>
              <a:buFont typeface="Arial"/>
              <a:buNone/>
              <a:defRPr sz="1800">
                <a:solidFill>
                  <a:schemeClr val="dk1"/>
                </a:solidFill>
                <a:latin typeface="Arial"/>
                <a:ea typeface="Arial"/>
                <a:cs typeface="Arial"/>
                <a:sym typeface="Arial"/>
              </a:defRPr>
            </a:lvl2pPr>
            <a:lvl3pPr indent="0" lvl="2" marL="0" marR="0" rtl="0" algn="r">
              <a:buClr>
                <a:schemeClr val="dk1"/>
              </a:buClr>
              <a:buSzPts val="1800"/>
              <a:buFont typeface="Arial"/>
              <a:buNone/>
              <a:defRPr sz="1800">
                <a:solidFill>
                  <a:schemeClr val="dk1"/>
                </a:solidFill>
                <a:latin typeface="Arial"/>
                <a:ea typeface="Arial"/>
                <a:cs typeface="Arial"/>
                <a:sym typeface="Arial"/>
              </a:defRPr>
            </a:lvl3pPr>
            <a:lvl4pPr indent="0" lvl="3" marL="0" marR="0" rtl="0" algn="r">
              <a:buClr>
                <a:schemeClr val="dk1"/>
              </a:buClr>
              <a:buSzPts val="1800"/>
              <a:buFont typeface="Arial"/>
              <a:buNone/>
              <a:defRPr sz="1800">
                <a:solidFill>
                  <a:schemeClr val="dk1"/>
                </a:solidFill>
                <a:latin typeface="Arial"/>
                <a:ea typeface="Arial"/>
                <a:cs typeface="Arial"/>
                <a:sym typeface="Arial"/>
              </a:defRPr>
            </a:lvl4pPr>
            <a:lvl5pPr indent="0" lvl="4" marL="0" marR="0" rtl="0" algn="r">
              <a:buClr>
                <a:schemeClr val="dk1"/>
              </a:buClr>
              <a:buSzPts val="1800"/>
              <a:buFont typeface="Arial"/>
              <a:buNone/>
              <a:defRPr sz="1800">
                <a:solidFill>
                  <a:schemeClr val="dk1"/>
                </a:solidFill>
                <a:latin typeface="Arial"/>
                <a:ea typeface="Arial"/>
                <a:cs typeface="Arial"/>
                <a:sym typeface="Arial"/>
              </a:defRPr>
            </a:lvl5pPr>
            <a:lvl6pPr indent="0" lvl="5" marL="0" marR="0" rtl="0" algn="r">
              <a:buClr>
                <a:schemeClr val="dk1"/>
              </a:buClr>
              <a:buSzPts val="1800"/>
              <a:buFont typeface="Arial"/>
              <a:buNone/>
              <a:defRPr sz="1800">
                <a:solidFill>
                  <a:schemeClr val="dk1"/>
                </a:solidFill>
                <a:latin typeface="Arial"/>
                <a:ea typeface="Arial"/>
                <a:cs typeface="Arial"/>
                <a:sym typeface="Arial"/>
              </a:defRPr>
            </a:lvl6pPr>
            <a:lvl7pPr indent="0" lvl="6" marL="0" marR="0" rtl="0" algn="r">
              <a:buClr>
                <a:schemeClr val="dk1"/>
              </a:buClr>
              <a:buSzPts val="1800"/>
              <a:buFont typeface="Arial"/>
              <a:buNone/>
              <a:defRPr sz="1800">
                <a:solidFill>
                  <a:schemeClr val="dk1"/>
                </a:solidFill>
                <a:latin typeface="Arial"/>
                <a:ea typeface="Arial"/>
                <a:cs typeface="Arial"/>
                <a:sym typeface="Arial"/>
              </a:defRPr>
            </a:lvl7pPr>
            <a:lvl8pPr indent="0" lvl="7" marL="0" marR="0" rtl="0" algn="r">
              <a:buClr>
                <a:schemeClr val="dk1"/>
              </a:buClr>
              <a:buSzPts val="1800"/>
              <a:buFont typeface="Arial"/>
              <a:buNone/>
              <a:defRPr sz="1800">
                <a:solidFill>
                  <a:schemeClr val="dk1"/>
                </a:solidFill>
                <a:latin typeface="Arial"/>
                <a:ea typeface="Arial"/>
                <a:cs typeface="Arial"/>
                <a:sym typeface="Arial"/>
              </a:defRPr>
            </a:lvl8pPr>
            <a:lvl9pPr indent="0" lvl="8" marL="0" marR="0" rtl="0" algn="r">
              <a:buClr>
                <a:schemeClr val="dk1"/>
              </a:buClr>
              <a:buSzPts val="1800"/>
              <a:buFont typeface="Arial"/>
              <a:buNone/>
              <a:defRPr sz="18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0" name="Shape 30"/>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31" name="Shape 31"/>
        <p:cNvGrpSpPr/>
        <p:nvPr/>
      </p:nvGrpSpPr>
      <p:grpSpPr>
        <a:xfrm>
          <a:off x="0" y="0"/>
          <a:ext cx="0" cy="0"/>
          <a:chOff x="0" y="0"/>
          <a:chExt cx="0" cy="0"/>
        </a:xfrm>
      </p:grpSpPr>
      <p:sp>
        <p:nvSpPr>
          <p:cNvPr id="32" name="Google Shape;32;p19"/>
          <p:cNvSpPr txBox="1"/>
          <p:nvPr>
            <p:ph type="ctrTitle"/>
          </p:nvPr>
        </p:nvSpPr>
        <p:spPr>
          <a:xfrm>
            <a:off x="914400" y="2130426"/>
            <a:ext cx="10363200" cy="14700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2"/>
                </a:solidFill>
                <a:latin typeface="Calibri"/>
                <a:ea typeface="Calibri"/>
                <a:cs typeface="Calibri"/>
                <a:sym typeface="Calibri"/>
              </a:defRPr>
            </a:lvl1pPr>
            <a:lvl2pPr lvl="1"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2pPr>
            <a:lvl3pPr lvl="2"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3pPr>
            <a:lvl4pPr lvl="3"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4pPr>
            <a:lvl5pPr lvl="4"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5pPr>
            <a:lvl6pPr lvl="5"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6pPr>
            <a:lvl7pPr lvl="6"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7pPr>
            <a:lvl8pPr lvl="7"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8pPr>
            <a:lvl9pPr lvl="8"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9pPr>
          </a:lstStyle>
          <a:p/>
        </p:txBody>
      </p:sp>
      <p:sp>
        <p:nvSpPr>
          <p:cNvPr id="33" name="Google Shape;33;p19"/>
          <p:cNvSpPr txBox="1"/>
          <p:nvPr>
            <p:ph idx="1" type="subTitle"/>
          </p:nvPr>
        </p:nvSpPr>
        <p:spPr>
          <a:xfrm>
            <a:off x="1828800" y="3886200"/>
            <a:ext cx="8534400" cy="1752600"/>
          </a:xfrm>
          <a:prstGeom prst="rect">
            <a:avLst/>
          </a:prstGeom>
          <a:noFill/>
          <a:ln>
            <a:noFill/>
          </a:ln>
        </p:spPr>
        <p:txBody>
          <a:bodyPr anchorCtr="0" anchor="t" bIns="45700" lIns="91425" spcFirstLastPara="1" rIns="91425" wrap="square" tIns="45700">
            <a:noAutofit/>
          </a:bodyPr>
          <a:lstStyle>
            <a:lvl1pPr lvl="0" marR="0" rtl="0" algn="ctr">
              <a:spcBef>
                <a:spcPts val="64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ctr">
              <a:spcBef>
                <a:spcPts val="56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ctr">
              <a:spcBef>
                <a:spcPts val="48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3pPr>
            <a:lvl4pPr lvl="3" marR="0" rtl="0" algn="ctr">
              <a:spcBef>
                <a:spcPts val="4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4pPr>
            <a:lvl5pPr lvl="4" marR="0" rtl="0" algn="ctr">
              <a:spcBef>
                <a:spcPts val="4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5pPr>
            <a:lvl6pPr lvl="5" marR="0" rtl="0" algn="ctr">
              <a:spcBef>
                <a:spcPts val="4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6pPr>
            <a:lvl7pPr lvl="6" marR="0" rtl="0" algn="ctr">
              <a:spcBef>
                <a:spcPts val="4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7pPr>
            <a:lvl8pPr lvl="7" marR="0" rtl="0" algn="ctr">
              <a:spcBef>
                <a:spcPts val="4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8pPr>
            <a:lvl9pPr lvl="8" marR="0" rtl="0" algn="ctr">
              <a:spcBef>
                <a:spcPts val="4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4" name="Shape 34"/>
        <p:cNvGrpSpPr/>
        <p:nvPr/>
      </p:nvGrpSpPr>
      <p:grpSpPr>
        <a:xfrm>
          <a:off x="0" y="0"/>
          <a:ext cx="0" cy="0"/>
          <a:chOff x="0" y="0"/>
          <a:chExt cx="0" cy="0"/>
        </a:xfrm>
      </p:grpSpPr>
      <p:sp>
        <p:nvSpPr>
          <p:cNvPr id="35" name="Google Shape;35;p20"/>
          <p:cNvSpPr txBox="1"/>
          <p:nvPr>
            <p:ph type="title"/>
          </p:nvPr>
        </p:nvSpPr>
        <p:spPr>
          <a:xfrm>
            <a:off x="609600" y="449796"/>
            <a:ext cx="10972800" cy="11430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4000" u="none" cap="none" strike="noStrike">
                <a:solidFill>
                  <a:schemeClr val="dk2"/>
                </a:solidFill>
                <a:latin typeface="Calibri"/>
                <a:ea typeface="Calibri"/>
                <a:cs typeface="Calibri"/>
                <a:sym typeface="Calibri"/>
              </a:defRPr>
            </a:lvl1pPr>
            <a:lvl2pPr lvl="1"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2pPr>
            <a:lvl3pPr lvl="2"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3pPr>
            <a:lvl4pPr lvl="3"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4pPr>
            <a:lvl5pPr lvl="4"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5pPr>
            <a:lvl6pPr lvl="5"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6pPr>
            <a:lvl7pPr lvl="6"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7pPr>
            <a:lvl8pPr lvl="7"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8pPr>
            <a:lvl9pPr lvl="8"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9pPr>
          </a:lstStyle>
          <a:p/>
        </p:txBody>
      </p:sp>
      <p:sp>
        <p:nvSpPr>
          <p:cNvPr id="36" name="Google Shape;36;p20"/>
          <p:cNvSpPr txBox="1"/>
          <p:nvPr>
            <p:ph idx="1" type="body"/>
          </p:nvPr>
        </p:nvSpPr>
        <p:spPr>
          <a:xfrm>
            <a:off x="609600" y="1711350"/>
            <a:ext cx="10972800" cy="4525963"/>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Calibri"/>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Calibri"/>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Calibri"/>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Calibri"/>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Calibri"/>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7" name="Shape 37"/>
        <p:cNvGrpSpPr/>
        <p:nvPr/>
      </p:nvGrpSpPr>
      <p:grpSpPr>
        <a:xfrm>
          <a:off x="0" y="0"/>
          <a:ext cx="0" cy="0"/>
          <a:chOff x="0" y="0"/>
          <a:chExt cx="0" cy="0"/>
        </a:xfrm>
      </p:grpSpPr>
      <p:sp>
        <p:nvSpPr>
          <p:cNvPr id="38" name="Google Shape;38;p21"/>
          <p:cNvSpPr txBox="1"/>
          <p:nvPr>
            <p:ph type="title"/>
          </p:nvPr>
        </p:nvSpPr>
        <p:spPr>
          <a:xfrm>
            <a:off x="963084" y="4406901"/>
            <a:ext cx="10363200" cy="13620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0" sz="4000" u="none" cap="none" strike="noStrike">
                <a:solidFill>
                  <a:schemeClr val="dk2"/>
                </a:solidFill>
                <a:latin typeface="Calibri"/>
                <a:ea typeface="Calibri"/>
                <a:cs typeface="Calibri"/>
                <a:sym typeface="Calibri"/>
              </a:defRPr>
            </a:lvl1pPr>
            <a:lvl2pPr lvl="1"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2pPr>
            <a:lvl3pPr lvl="2"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3pPr>
            <a:lvl4pPr lvl="3"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4pPr>
            <a:lvl5pPr lvl="4"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5pPr>
            <a:lvl6pPr lvl="5"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6pPr>
            <a:lvl7pPr lvl="6"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7pPr>
            <a:lvl8pPr lvl="7"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8pPr>
            <a:lvl9pPr lvl="8"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9pPr>
          </a:lstStyle>
          <a:p/>
        </p:txBody>
      </p:sp>
      <p:sp>
        <p:nvSpPr>
          <p:cNvPr id="39" name="Google Shape;39;p21"/>
          <p:cNvSpPr txBox="1"/>
          <p:nvPr>
            <p:ph idx="1" type="body"/>
          </p:nvPr>
        </p:nvSpPr>
        <p:spPr>
          <a:xfrm>
            <a:off x="963084" y="2906713"/>
            <a:ext cx="10363200" cy="1500187"/>
          </a:xfrm>
          <a:prstGeom prst="rect">
            <a:avLst/>
          </a:prstGeom>
          <a:noFill/>
          <a:ln>
            <a:noFill/>
          </a:ln>
        </p:spPr>
        <p:txBody>
          <a:bodyPr anchorCtr="0" anchor="b" bIns="45700" lIns="91425" spcFirstLastPara="1" rIns="91425" wrap="square" tIns="45700">
            <a:noAutofit/>
          </a:bodyPr>
          <a:lstStyle>
            <a:lvl1pPr indent="-228600" lvl="0" marL="457200" marR="0" rtl="0" algn="l">
              <a:spcBef>
                <a:spcPts val="4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1pPr>
            <a:lvl2pPr indent="-228600" lvl="1" marL="914400" marR="0" rtl="0" algn="l">
              <a:spcBef>
                <a:spcPts val="36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indent="-228600" lvl="2" marL="1371600" marR="0" rtl="0" algn="l">
              <a:spcBef>
                <a:spcPts val="32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3pPr>
            <a:lvl4pPr indent="-228600" lvl="3" marL="1828800" marR="0" rtl="0" algn="l">
              <a:spcBef>
                <a:spcPts val="28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228600" lvl="4" marL="2286000" marR="0" rtl="0" algn="l">
              <a:spcBef>
                <a:spcPts val="28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228600" lvl="5" marL="2743200" marR="0" rtl="0" algn="l">
              <a:spcBef>
                <a:spcPts val="28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228600" lvl="6" marL="3200400" marR="0" rtl="0" algn="l">
              <a:spcBef>
                <a:spcPts val="28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228600" lvl="7" marL="3657600" marR="0" rtl="0" algn="l">
              <a:spcBef>
                <a:spcPts val="28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228600" lvl="8" marL="4114800" marR="0" rtl="0" algn="l">
              <a:spcBef>
                <a:spcPts val="28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0" name="Shape 40"/>
        <p:cNvGrpSpPr/>
        <p:nvPr/>
      </p:nvGrpSpPr>
      <p:grpSpPr>
        <a:xfrm>
          <a:off x="0" y="0"/>
          <a:ext cx="0" cy="0"/>
          <a:chOff x="0" y="0"/>
          <a:chExt cx="0" cy="0"/>
        </a:xfrm>
      </p:grpSpPr>
      <p:sp>
        <p:nvSpPr>
          <p:cNvPr id="41" name="Google Shape;41;p22"/>
          <p:cNvSpPr txBox="1"/>
          <p:nvPr>
            <p:ph type="title"/>
          </p:nvPr>
        </p:nvSpPr>
        <p:spPr>
          <a:xfrm>
            <a:off x="609600" y="457795"/>
            <a:ext cx="10972800" cy="11430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4000" u="none" cap="none" strike="noStrike">
                <a:solidFill>
                  <a:schemeClr val="dk2"/>
                </a:solidFill>
                <a:latin typeface="Calibri"/>
                <a:ea typeface="Calibri"/>
                <a:cs typeface="Calibri"/>
                <a:sym typeface="Calibri"/>
              </a:defRPr>
            </a:lvl1pPr>
            <a:lvl2pPr lvl="1"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2pPr>
            <a:lvl3pPr lvl="2"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3pPr>
            <a:lvl4pPr lvl="3"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4pPr>
            <a:lvl5pPr lvl="4"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5pPr>
            <a:lvl6pPr lvl="5"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6pPr>
            <a:lvl7pPr lvl="6"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7pPr>
            <a:lvl8pPr lvl="7"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8pPr>
            <a:lvl9pPr lvl="8"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9pPr>
          </a:lstStyle>
          <a:p/>
        </p:txBody>
      </p:sp>
      <p:sp>
        <p:nvSpPr>
          <p:cNvPr id="42" name="Google Shape;42;p22"/>
          <p:cNvSpPr txBox="1"/>
          <p:nvPr>
            <p:ph idx="1" type="body"/>
          </p:nvPr>
        </p:nvSpPr>
        <p:spPr>
          <a:xfrm>
            <a:off x="609600" y="1783357"/>
            <a:ext cx="5384800" cy="4525963"/>
          </a:xfrm>
          <a:prstGeom prst="rect">
            <a:avLst/>
          </a:prstGeom>
          <a:noFill/>
          <a:ln>
            <a:noFill/>
          </a:ln>
        </p:spPr>
        <p:txBody>
          <a:bodyPr anchorCtr="0" anchor="t" bIns="45700" lIns="91425" spcFirstLastPara="1" rIns="91425" wrap="square" tIns="45700">
            <a:noAutofit/>
          </a:bodyPr>
          <a:lstStyle>
            <a:lvl1pPr indent="-406400" lvl="0" marL="457200" marR="0" rtl="0" algn="l">
              <a:spcBef>
                <a:spcPts val="560"/>
              </a:spcBef>
              <a:spcAft>
                <a:spcPts val="0"/>
              </a:spcAft>
              <a:buClr>
                <a:schemeClr val="dk1"/>
              </a:buClr>
              <a:buSzPts val="2800"/>
              <a:buFont typeface="Calibri"/>
              <a:buChar char="•"/>
              <a:defRPr b="0" i="0" sz="2800" u="none" cap="none" strike="noStrike">
                <a:solidFill>
                  <a:schemeClr val="dk1"/>
                </a:solidFill>
                <a:latin typeface="Calibri"/>
                <a:ea typeface="Calibri"/>
                <a:cs typeface="Calibri"/>
                <a:sym typeface="Calibri"/>
              </a:defRPr>
            </a:lvl1pPr>
            <a:lvl2pPr indent="-381000" lvl="1" marL="914400" marR="0" rtl="0" algn="l">
              <a:spcBef>
                <a:spcPts val="480"/>
              </a:spcBef>
              <a:spcAft>
                <a:spcPts val="0"/>
              </a:spcAft>
              <a:buClr>
                <a:schemeClr val="dk1"/>
              </a:buClr>
              <a:buSzPts val="2400"/>
              <a:buFont typeface="Calibri"/>
              <a:buChar char="–"/>
              <a:defRPr b="0" i="0" sz="2400" u="none" cap="none" strike="noStrike">
                <a:solidFill>
                  <a:schemeClr val="dk1"/>
                </a:solidFill>
                <a:latin typeface="Calibri"/>
                <a:ea typeface="Calibri"/>
                <a:cs typeface="Calibri"/>
                <a:sym typeface="Calibri"/>
              </a:defRPr>
            </a:lvl2pPr>
            <a:lvl3pPr indent="-355600" lvl="2" marL="1371600" marR="0" rtl="0" algn="l">
              <a:spcBef>
                <a:spcPts val="400"/>
              </a:spcBef>
              <a:spcAft>
                <a:spcPts val="0"/>
              </a:spcAft>
              <a:buClr>
                <a:schemeClr val="dk1"/>
              </a:buClr>
              <a:buSzPts val="2000"/>
              <a:buFont typeface="Calibri"/>
              <a:buChar char="•"/>
              <a:defRPr b="0" i="0" sz="2000" u="none" cap="none" strike="noStrike">
                <a:solidFill>
                  <a:schemeClr val="dk1"/>
                </a:solidFill>
                <a:latin typeface="Calibri"/>
                <a:ea typeface="Calibri"/>
                <a:cs typeface="Calibri"/>
                <a:sym typeface="Calibri"/>
              </a:defRPr>
            </a:lvl3pPr>
            <a:lvl4pPr indent="-342900" lvl="3" marL="1828800" marR="0" rtl="0" algn="l">
              <a:spcBef>
                <a:spcPts val="360"/>
              </a:spcBef>
              <a:spcAft>
                <a:spcPts val="0"/>
              </a:spcAft>
              <a:buClr>
                <a:schemeClr val="dk1"/>
              </a:buClr>
              <a:buSzPts val="1800"/>
              <a:buFont typeface="Calibri"/>
              <a:buChar char="–"/>
              <a:defRPr b="0" i="0" sz="1800" u="none" cap="none" strike="noStrike">
                <a:solidFill>
                  <a:schemeClr val="dk1"/>
                </a:solidFill>
                <a:latin typeface="Calibri"/>
                <a:ea typeface="Calibri"/>
                <a:cs typeface="Calibri"/>
                <a:sym typeface="Calibri"/>
              </a:defRPr>
            </a:lvl4pPr>
            <a:lvl5pPr indent="-342900" lvl="4" marL="2286000" marR="0" rtl="0" algn="l">
              <a:spcBef>
                <a:spcPts val="360"/>
              </a:spcBef>
              <a:spcAft>
                <a:spcPts val="0"/>
              </a:spcAft>
              <a:buClr>
                <a:schemeClr val="dk1"/>
              </a:buClr>
              <a:buSzPts val="1800"/>
              <a:buFont typeface="Calibri"/>
              <a:buChar char="»"/>
              <a:defRPr b="0" i="0" sz="1800" u="none" cap="none" strike="noStrike">
                <a:solidFill>
                  <a:schemeClr val="dk1"/>
                </a:solidFill>
                <a:latin typeface="Calibri"/>
                <a:ea typeface="Calibri"/>
                <a:cs typeface="Calibri"/>
                <a:sym typeface="Calibri"/>
              </a:defRPr>
            </a:lvl5pPr>
            <a:lvl6pPr indent="-342900" lvl="5" marL="27432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43" name="Google Shape;43;p22"/>
          <p:cNvSpPr txBox="1"/>
          <p:nvPr>
            <p:ph idx="2" type="body"/>
          </p:nvPr>
        </p:nvSpPr>
        <p:spPr>
          <a:xfrm>
            <a:off x="6197600" y="1783357"/>
            <a:ext cx="5384800" cy="4525963"/>
          </a:xfrm>
          <a:prstGeom prst="rect">
            <a:avLst/>
          </a:prstGeom>
          <a:noFill/>
          <a:ln>
            <a:noFill/>
          </a:ln>
        </p:spPr>
        <p:txBody>
          <a:bodyPr anchorCtr="0" anchor="t" bIns="45700" lIns="91425" spcFirstLastPara="1" rIns="91425" wrap="square" tIns="45700">
            <a:noAutofit/>
          </a:bodyPr>
          <a:lstStyle>
            <a:lvl1pPr indent="-406400" lvl="0" marL="457200" marR="0" rtl="0" algn="l">
              <a:spcBef>
                <a:spcPts val="560"/>
              </a:spcBef>
              <a:spcAft>
                <a:spcPts val="0"/>
              </a:spcAft>
              <a:buClr>
                <a:schemeClr val="dk1"/>
              </a:buClr>
              <a:buSzPts val="2800"/>
              <a:buFont typeface="Calibri"/>
              <a:buChar char="•"/>
              <a:defRPr b="0" i="0" sz="2800" u="none" cap="none" strike="noStrike">
                <a:solidFill>
                  <a:schemeClr val="dk1"/>
                </a:solidFill>
                <a:latin typeface="Calibri"/>
                <a:ea typeface="Calibri"/>
                <a:cs typeface="Calibri"/>
                <a:sym typeface="Calibri"/>
              </a:defRPr>
            </a:lvl1pPr>
            <a:lvl2pPr indent="-381000" lvl="1" marL="914400" marR="0" rtl="0" algn="l">
              <a:spcBef>
                <a:spcPts val="480"/>
              </a:spcBef>
              <a:spcAft>
                <a:spcPts val="0"/>
              </a:spcAft>
              <a:buClr>
                <a:schemeClr val="dk1"/>
              </a:buClr>
              <a:buSzPts val="2400"/>
              <a:buFont typeface="Calibri"/>
              <a:buChar char="–"/>
              <a:defRPr b="0" i="0" sz="2400" u="none" cap="none" strike="noStrike">
                <a:solidFill>
                  <a:schemeClr val="dk1"/>
                </a:solidFill>
                <a:latin typeface="Calibri"/>
                <a:ea typeface="Calibri"/>
                <a:cs typeface="Calibri"/>
                <a:sym typeface="Calibri"/>
              </a:defRPr>
            </a:lvl2pPr>
            <a:lvl3pPr indent="-355600" lvl="2" marL="1371600" marR="0" rtl="0" algn="l">
              <a:spcBef>
                <a:spcPts val="400"/>
              </a:spcBef>
              <a:spcAft>
                <a:spcPts val="0"/>
              </a:spcAft>
              <a:buClr>
                <a:schemeClr val="dk1"/>
              </a:buClr>
              <a:buSzPts val="2000"/>
              <a:buFont typeface="Calibri"/>
              <a:buChar char="•"/>
              <a:defRPr b="0" i="0" sz="2000" u="none" cap="none" strike="noStrike">
                <a:solidFill>
                  <a:schemeClr val="dk1"/>
                </a:solidFill>
                <a:latin typeface="Calibri"/>
                <a:ea typeface="Calibri"/>
                <a:cs typeface="Calibri"/>
                <a:sym typeface="Calibri"/>
              </a:defRPr>
            </a:lvl3pPr>
            <a:lvl4pPr indent="-342900" lvl="3" marL="1828800" marR="0" rtl="0" algn="l">
              <a:spcBef>
                <a:spcPts val="360"/>
              </a:spcBef>
              <a:spcAft>
                <a:spcPts val="0"/>
              </a:spcAft>
              <a:buClr>
                <a:schemeClr val="dk1"/>
              </a:buClr>
              <a:buSzPts val="1800"/>
              <a:buFont typeface="Calibri"/>
              <a:buChar char="–"/>
              <a:defRPr b="0" i="0" sz="1800" u="none" cap="none" strike="noStrike">
                <a:solidFill>
                  <a:schemeClr val="dk1"/>
                </a:solidFill>
                <a:latin typeface="Calibri"/>
                <a:ea typeface="Calibri"/>
                <a:cs typeface="Calibri"/>
                <a:sym typeface="Calibri"/>
              </a:defRPr>
            </a:lvl4pPr>
            <a:lvl5pPr indent="-342900" lvl="4" marL="2286000" marR="0" rtl="0" algn="l">
              <a:spcBef>
                <a:spcPts val="360"/>
              </a:spcBef>
              <a:spcAft>
                <a:spcPts val="0"/>
              </a:spcAft>
              <a:buClr>
                <a:schemeClr val="dk1"/>
              </a:buClr>
              <a:buSzPts val="1800"/>
              <a:buFont typeface="Calibri"/>
              <a:buChar char="»"/>
              <a:defRPr b="0" i="0" sz="1800" u="none" cap="none" strike="noStrike">
                <a:solidFill>
                  <a:schemeClr val="dk1"/>
                </a:solidFill>
                <a:latin typeface="Calibri"/>
                <a:ea typeface="Calibri"/>
                <a:cs typeface="Calibri"/>
                <a:sym typeface="Calibri"/>
              </a:defRPr>
            </a:lvl5pPr>
            <a:lvl6pPr indent="-342900" lvl="5" marL="27432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23"/>
          <p:cNvSpPr txBox="1"/>
          <p:nvPr>
            <p:ph type="title"/>
          </p:nvPr>
        </p:nvSpPr>
        <p:spPr>
          <a:xfrm>
            <a:off x="609600" y="493799"/>
            <a:ext cx="10972800" cy="11430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4000" u="none" cap="none" strike="noStrike">
                <a:solidFill>
                  <a:schemeClr val="dk2"/>
                </a:solidFill>
                <a:latin typeface="Calibri"/>
                <a:ea typeface="Calibri"/>
                <a:cs typeface="Calibri"/>
                <a:sym typeface="Calibri"/>
              </a:defRPr>
            </a:lvl1pPr>
            <a:lvl2pPr lvl="1"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2pPr>
            <a:lvl3pPr lvl="2"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3pPr>
            <a:lvl4pPr lvl="3"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4pPr>
            <a:lvl5pPr lvl="4"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5pPr>
            <a:lvl6pPr lvl="5"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6pPr>
            <a:lvl7pPr lvl="6"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7pPr>
            <a:lvl8pPr lvl="7"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8pPr>
            <a:lvl9pPr lvl="8"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9pPr>
          </a:lstStyle>
          <a:p/>
        </p:txBody>
      </p:sp>
      <p:sp>
        <p:nvSpPr>
          <p:cNvPr id="46" name="Google Shape;46;p23"/>
          <p:cNvSpPr txBox="1"/>
          <p:nvPr>
            <p:ph idx="1" type="body"/>
          </p:nvPr>
        </p:nvSpPr>
        <p:spPr>
          <a:xfrm>
            <a:off x="609600" y="1709118"/>
            <a:ext cx="5386917" cy="639762"/>
          </a:xfrm>
          <a:prstGeom prst="rect">
            <a:avLst/>
          </a:prstGeom>
          <a:noFill/>
          <a:ln>
            <a:noFill/>
          </a:ln>
        </p:spPr>
        <p:txBody>
          <a:bodyPr anchorCtr="0" anchor="b" bIns="45700" lIns="91425" spcFirstLastPara="1" rIns="91425" wrap="square" tIns="45700">
            <a:noAutofit/>
          </a:bodyPr>
          <a:lstStyle>
            <a:lvl1pPr indent="-228600" lvl="0" marL="457200" marR="0" rtl="0" algn="l">
              <a:spcBef>
                <a:spcPts val="480"/>
              </a:spcBef>
              <a:spcAft>
                <a:spcPts val="0"/>
              </a:spcAft>
              <a:buClr>
                <a:schemeClr val="dk1"/>
              </a:buClr>
              <a:buSzPts val="2400"/>
              <a:buFont typeface="Calibri"/>
              <a:buNone/>
              <a:defRPr b="1" i="0" sz="2400" u="none" cap="none" strike="noStrike">
                <a:solidFill>
                  <a:schemeClr val="dk1"/>
                </a:solidFill>
                <a:latin typeface="Calibri"/>
                <a:ea typeface="Calibri"/>
                <a:cs typeface="Calibri"/>
                <a:sym typeface="Calibri"/>
              </a:defRPr>
            </a:lvl1pPr>
            <a:lvl2pPr indent="-228600" lvl="1" marL="914400" marR="0" rtl="0" algn="l">
              <a:spcBef>
                <a:spcPts val="40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2pPr>
            <a:lvl3pPr indent="-228600" lvl="2" marL="1371600" marR="0" rtl="0" algn="l">
              <a:spcBef>
                <a:spcPts val="36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3pPr>
            <a:lvl4pPr indent="-228600" lvl="3" marL="1828800" marR="0" rtl="0" algn="l">
              <a:spcBef>
                <a:spcPts val="32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4pPr>
            <a:lvl5pPr indent="-228600" lvl="4" marL="2286000" marR="0" rtl="0" algn="l">
              <a:spcBef>
                <a:spcPts val="32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5pPr>
            <a:lvl6pPr indent="-228600" lvl="5" marL="2743200" marR="0" rtl="0" algn="l">
              <a:spcBef>
                <a:spcPts val="32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6pPr>
            <a:lvl7pPr indent="-228600" lvl="6" marL="3200400" marR="0" rtl="0" algn="l">
              <a:spcBef>
                <a:spcPts val="32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7pPr>
            <a:lvl8pPr indent="-228600" lvl="7" marL="3657600" marR="0" rtl="0" algn="l">
              <a:spcBef>
                <a:spcPts val="32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8pPr>
            <a:lvl9pPr indent="-228600" lvl="8" marL="4114800" marR="0" rtl="0" algn="l">
              <a:spcBef>
                <a:spcPts val="32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9pPr>
          </a:lstStyle>
          <a:p/>
        </p:txBody>
      </p:sp>
      <p:sp>
        <p:nvSpPr>
          <p:cNvPr id="47" name="Google Shape;47;p23"/>
          <p:cNvSpPr txBox="1"/>
          <p:nvPr>
            <p:ph idx="2" type="body"/>
          </p:nvPr>
        </p:nvSpPr>
        <p:spPr>
          <a:xfrm>
            <a:off x="609600" y="2394036"/>
            <a:ext cx="5386917" cy="3951288"/>
          </a:xfrm>
          <a:prstGeom prst="rect">
            <a:avLst/>
          </a:prstGeom>
          <a:noFill/>
          <a:ln>
            <a:noFill/>
          </a:ln>
        </p:spPr>
        <p:txBody>
          <a:bodyPr anchorCtr="0" anchor="t" bIns="45700" lIns="91425" spcFirstLastPara="1" rIns="91425" wrap="square" tIns="45700">
            <a:noAutofit/>
          </a:bodyPr>
          <a:lstStyle>
            <a:lvl1pPr indent="-381000" lvl="0" marL="457200" marR="0" rtl="0" algn="l">
              <a:spcBef>
                <a:spcPts val="480"/>
              </a:spcBef>
              <a:spcAft>
                <a:spcPts val="0"/>
              </a:spcAft>
              <a:buClr>
                <a:schemeClr val="dk1"/>
              </a:buClr>
              <a:buSzPts val="2400"/>
              <a:buFont typeface="Calibri"/>
              <a:buChar char="•"/>
              <a:defRPr b="0" i="0" sz="2400" u="none" cap="none" strike="noStrike">
                <a:solidFill>
                  <a:schemeClr val="dk1"/>
                </a:solidFill>
                <a:latin typeface="Calibri"/>
                <a:ea typeface="Calibri"/>
                <a:cs typeface="Calibri"/>
                <a:sym typeface="Calibri"/>
              </a:defRPr>
            </a:lvl1pPr>
            <a:lvl2pPr indent="-355600" lvl="1" marL="914400" marR="0" rtl="0" algn="l">
              <a:spcBef>
                <a:spcPts val="400"/>
              </a:spcBef>
              <a:spcAft>
                <a:spcPts val="0"/>
              </a:spcAft>
              <a:buClr>
                <a:schemeClr val="dk1"/>
              </a:buClr>
              <a:buSzPts val="2000"/>
              <a:buFont typeface="Calibri"/>
              <a:buChar char="–"/>
              <a:defRPr b="0" i="0" sz="2000" u="none" cap="none" strike="noStrike">
                <a:solidFill>
                  <a:schemeClr val="dk1"/>
                </a:solidFill>
                <a:latin typeface="Calibri"/>
                <a:ea typeface="Calibri"/>
                <a:cs typeface="Calibri"/>
                <a:sym typeface="Calibri"/>
              </a:defRPr>
            </a:lvl2pPr>
            <a:lvl3pPr indent="-342900" lvl="2" marL="1371600" marR="0" rtl="0" algn="l">
              <a:spcBef>
                <a:spcPts val="360"/>
              </a:spcBef>
              <a:spcAft>
                <a:spcPts val="0"/>
              </a:spcAft>
              <a:buClr>
                <a:schemeClr val="dk1"/>
              </a:buClr>
              <a:buSzPts val="1800"/>
              <a:buFont typeface="Calibri"/>
              <a:buChar char="•"/>
              <a:defRPr b="0" i="0" sz="1800" u="none" cap="none" strike="noStrike">
                <a:solidFill>
                  <a:schemeClr val="dk1"/>
                </a:solidFill>
                <a:latin typeface="Calibri"/>
                <a:ea typeface="Calibri"/>
                <a:cs typeface="Calibri"/>
                <a:sym typeface="Calibri"/>
              </a:defRPr>
            </a:lvl3pPr>
            <a:lvl4pPr indent="-330200" lvl="3" marL="1828800" marR="0" rtl="0" algn="l">
              <a:spcBef>
                <a:spcPts val="320"/>
              </a:spcBef>
              <a:spcAft>
                <a:spcPts val="0"/>
              </a:spcAft>
              <a:buClr>
                <a:schemeClr val="dk1"/>
              </a:buClr>
              <a:buSzPts val="1600"/>
              <a:buFont typeface="Calibri"/>
              <a:buChar char="–"/>
              <a:defRPr b="0" i="0" sz="1600" u="none" cap="none" strike="noStrike">
                <a:solidFill>
                  <a:schemeClr val="dk1"/>
                </a:solidFill>
                <a:latin typeface="Calibri"/>
                <a:ea typeface="Calibri"/>
                <a:cs typeface="Calibri"/>
                <a:sym typeface="Calibri"/>
              </a:defRPr>
            </a:lvl4pPr>
            <a:lvl5pPr indent="-330200" lvl="4" marL="2286000" marR="0" rtl="0" algn="l">
              <a:spcBef>
                <a:spcPts val="320"/>
              </a:spcBef>
              <a:spcAft>
                <a:spcPts val="0"/>
              </a:spcAft>
              <a:buClr>
                <a:schemeClr val="dk1"/>
              </a:buClr>
              <a:buSzPts val="1600"/>
              <a:buFont typeface="Calibri"/>
              <a:buChar char="»"/>
              <a:defRPr b="0" i="0" sz="1600" u="none" cap="none" strike="noStrike">
                <a:solidFill>
                  <a:schemeClr val="dk1"/>
                </a:solidFill>
                <a:latin typeface="Calibri"/>
                <a:ea typeface="Calibri"/>
                <a:cs typeface="Calibri"/>
                <a:sym typeface="Calibri"/>
              </a:defRPr>
            </a:lvl5pPr>
            <a:lvl6pPr indent="-330200" lvl="5" marL="2743200" marR="0" rtl="0" algn="l">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6pPr>
            <a:lvl7pPr indent="-330200" lvl="6" marL="3200400" marR="0" rtl="0" algn="l">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7pPr>
            <a:lvl8pPr indent="-330200" lvl="7" marL="3657600" marR="0" rtl="0" algn="l">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8pPr>
            <a:lvl9pPr indent="-330200" lvl="8" marL="4114800" marR="0" rtl="0" algn="l">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9pPr>
          </a:lstStyle>
          <a:p/>
        </p:txBody>
      </p:sp>
      <p:sp>
        <p:nvSpPr>
          <p:cNvPr id="48" name="Google Shape;48;p23"/>
          <p:cNvSpPr txBox="1"/>
          <p:nvPr>
            <p:ph idx="3" type="body"/>
          </p:nvPr>
        </p:nvSpPr>
        <p:spPr>
          <a:xfrm>
            <a:off x="6193368" y="1709118"/>
            <a:ext cx="5389033" cy="639762"/>
          </a:xfrm>
          <a:prstGeom prst="rect">
            <a:avLst/>
          </a:prstGeom>
          <a:noFill/>
          <a:ln>
            <a:noFill/>
          </a:ln>
        </p:spPr>
        <p:txBody>
          <a:bodyPr anchorCtr="0" anchor="b" bIns="45700" lIns="91425" spcFirstLastPara="1" rIns="91425" wrap="square" tIns="45700">
            <a:noAutofit/>
          </a:bodyPr>
          <a:lstStyle>
            <a:lvl1pPr indent="-228600" lvl="0" marL="457200" marR="0" rtl="0" algn="l">
              <a:spcBef>
                <a:spcPts val="480"/>
              </a:spcBef>
              <a:spcAft>
                <a:spcPts val="0"/>
              </a:spcAft>
              <a:buClr>
                <a:schemeClr val="dk1"/>
              </a:buClr>
              <a:buSzPts val="2400"/>
              <a:buFont typeface="Calibri"/>
              <a:buNone/>
              <a:defRPr b="1" i="0" sz="2400" u="none" cap="none" strike="noStrike">
                <a:solidFill>
                  <a:schemeClr val="dk1"/>
                </a:solidFill>
                <a:latin typeface="Calibri"/>
                <a:ea typeface="Calibri"/>
                <a:cs typeface="Calibri"/>
                <a:sym typeface="Calibri"/>
              </a:defRPr>
            </a:lvl1pPr>
            <a:lvl2pPr indent="-228600" lvl="1" marL="914400" marR="0" rtl="0" algn="l">
              <a:spcBef>
                <a:spcPts val="40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2pPr>
            <a:lvl3pPr indent="-228600" lvl="2" marL="1371600" marR="0" rtl="0" algn="l">
              <a:spcBef>
                <a:spcPts val="36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3pPr>
            <a:lvl4pPr indent="-228600" lvl="3" marL="1828800" marR="0" rtl="0" algn="l">
              <a:spcBef>
                <a:spcPts val="32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4pPr>
            <a:lvl5pPr indent="-228600" lvl="4" marL="2286000" marR="0" rtl="0" algn="l">
              <a:spcBef>
                <a:spcPts val="32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5pPr>
            <a:lvl6pPr indent="-228600" lvl="5" marL="2743200" marR="0" rtl="0" algn="l">
              <a:spcBef>
                <a:spcPts val="32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6pPr>
            <a:lvl7pPr indent="-228600" lvl="6" marL="3200400" marR="0" rtl="0" algn="l">
              <a:spcBef>
                <a:spcPts val="32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7pPr>
            <a:lvl8pPr indent="-228600" lvl="7" marL="3657600" marR="0" rtl="0" algn="l">
              <a:spcBef>
                <a:spcPts val="32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8pPr>
            <a:lvl9pPr indent="-228600" lvl="8" marL="4114800" marR="0" rtl="0" algn="l">
              <a:spcBef>
                <a:spcPts val="32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9pPr>
          </a:lstStyle>
          <a:p/>
        </p:txBody>
      </p:sp>
      <p:sp>
        <p:nvSpPr>
          <p:cNvPr id="49" name="Google Shape;49;p23"/>
          <p:cNvSpPr txBox="1"/>
          <p:nvPr>
            <p:ph idx="4" type="body"/>
          </p:nvPr>
        </p:nvSpPr>
        <p:spPr>
          <a:xfrm>
            <a:off x="6193368" y="2394036"/>
            <a:ext cx="5389033" cy="3951288"/>
          </a:xfrm>
          <a:prstGeom prst="rect">
            <a:avLst/>
          </a:prstGeom>
          <a:noFill/>
          <a:ln>
            <a:noFill/>
          </a:ln>
        </p:spPr>
        <p:txBody>
          <a:bodyPr anchorCtr="0" anchor="t" bIns="45700" lIns="91425" spcFirstLastPara="1" rIns="91425" wrap="square" tIns="45700">
            <a:noAutofit/>
          </a:bodyPr>
          <a:lstStyle>
            <a:lvl1pPr indent="-381000" lvl="0" marL="457200" marR="0" rtl="0" algn="l">
              <a:spcBef>
                <a:spcPts val="480"/>
              </a:spcBef>
              <a:spcAft>
                <a:spcPts val="0"/>
              </a:spcAft>
              <a:buClr>
                <a:schemeClr val="dk1"/>
              </a:buClr>
              <a:buSzPts val="2400"/>
              <a:buFont typeface="Calibri"/>
              <a:buChar char="•"/>
              <a:defRPr b="0" i="0" sz="2400" u="none" cap="none" strike="noStrike">
                <a:solidFill>
                  <a:schemeClr val="dk1"/>
                </a:solidFill>
                <a:latin typeface="Calibri"/>
                <a:ea typeface="Calibri"/>
                <a:cs typeface="Calibri"/>
                <a:sym typeface="Calibri"/>
              </a:defRPr>
            </a:lvl1pPr>
            <a:lvl2pPr indent="-355600" lvl="1" marL="914400" marR="0" rtl="0" algn="l">
              <a:spcBef>
                <a:spcPts val="400"/>
              </a:spcBef>
              <a:spcAft>
                <a:spcPts val="0"/>
              </a:spcAft>
              <a:buClr>
                <a:schemeClr val="dk1"/>
              </a:buClr>
              <a:buSzPts val="2000"/>
              <a:buFont typeface="Calibri"/>
              <a:buChar char="–"/>
              <a:defRPr b="0" i="0" sz="2000" u="none" cap="none" strike="noStrike">
                <a:solidFill>
                  <a:schemeClr val="dk1"/>
                </a:solidFill>
                <a:latin typeface="Calibri"/>
                <a:ea typeface="Calibri"/>
                <a:cs typeface="Calibri"/>
                <a:sym typeface="Calibri"/>
              </a:defRPr>
            </a:lvl2pPr>
            <a:lvl3pPr indent="-342900" lvl="2" marL="1371600" marR="0" rtl="0" algn="l">
              <a:spcBef>
                <a:spcPts val="360"/>
              </a:spcBef>
              <a:spcAft>
                <a:spcPts val="0"/>
              </a:spcAft>
              <a:buClr>
                <a:schemeClr val="dk1"/>
              </a:buClr>
              <a:buSzPts val="1800"/>
              <a:buFont typeface="Calibri"/>
              <a:buChar char="•"/>
              <a:defRPr b="0" i="0" sz="1800" u="none" cap="none" strike="noStrike">
                <a:solidFill>
                  <a:schemeClr val="dk1"/>
                </a:solidFill>
                <a:latin typeface="Calibri"/>
                <a:ea typeface="Calibri"/>
                <a:cs typeface="Calibri"/>
                <a:sym typeface="Calibri"/>
              </a:defRPr>
            </a:lvl3pPr>
            <a:lvl4pPr indent="-330200" lvl="3" marL="1828800" marR="0" rtl="0" algn="l">
              <a:spcBef>
                <a:spcPts val="320"/>
              </a:spcBef>
              <a:spcAft>
                <a:spcPts val="0"/>
              </a:spcAft>
              <a:buClr>
                <a:schemeClr val="dk1"/>
              </a:buClr>
              <a:buSzPts val="1600"/>
              <a:buFont typeface="Calibri"/>
              <a:buChar char="–"/>
              <a:defRPr b="0" i="0" sz="1600" u="none" cap="none" strike="noStrike">
                <a:solidFill>
                  <a:schemeClr val="dk1"/>
                </a:solidFill>
                <a:latin typeface="Calibri"/>
                <a:ea typeface="Calibri"/>
                <a:cs typeface="Calibri"/>
                <a:sym typeface="Calibri"/>
              </a:defRPr>
            </a:lvl4pPr>
            <a:lvl5pPr indent="-330200" lvl="4" marL="2286000" marR="0" rtl="0" algn="l">
              <a:spcBef>
                <a:spcPts val="320"/>
              </a:spcBef>
              <a:spcAft>
                <a:spcPts val="0"/>
              </a:spcAft>
              <a:buClr>
                <a:schemeClr val="dk1"/>
              </a:buClr>
              <a:buSzPts val="1600"/>
              <a:buFont typeface="Calibri"/>
              <a:buChar char="»"/>
              <a:defRPr b="0" i="0" sz="1600" u="none" cap="none" strike="noStrike">
                <a:solidFill>
                  <a:schemeClr val="dk1"/>
                </a:solidFill>
                <a:latin typeface="Calibri"/>
                <a:ea typeface="Calibri"/>
                <a:cs typeface="Calibri"/>
                <a:sym typeface="Calibri"/>
              </a:defRPr>
            </a:lvl5pPr>
            <a:lvl6pPr indent="-330200" lvl="5" marL="2743200" marR="0" rtl="0" algn="l">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6pPr>
            <a:lvl7pPr indent="-330200" lvl="6" marL="3200400" marR="0" rtl="0" algn="l">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7pPr>
            <a:lvl8pPr indent="-330200" lvl="7" marL="3657600" marR="0" rtl="0" algn="l">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8pPr>
            <a:lvl9pPr indent="-330200" lvl="8" marL="4114800" marR="0" rtl="0" algn="l">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0" name="Shape 50"/>
        <p:cNvGrpSpPr/>
        <p:nvPr/>
      </p:nvGrpSpPr>
      <p:grpSpPr>
        <a:xfrm>
          <a:off x="0" y="0"/>
          <a:ext cx="0" cy="0"/>
          <a:chOff x="0" y="0"/>
          <a:chExt cx="0" cy="0"/>
        </a:xfrm>
      </p:grpSpPr>
      <p:sp>
        <p:nvSpPr>
          <p:cNvPr id="51" name="Google Shape;51;p24"/>
          <p:cNvSpPr txBox="1"/>
          <p:nvPr>
            <p:ph type="title"/>
          </p:nvPr>
        </p:nvSpPr>
        <p:spPr>
          <a:xfrm>
            <a:off x="609600" y="485800"/>
            <a:ext cx="10972800" cy="11430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4000" u="none" cap="none" strike="noStrike">
                <a:solidFill>
                  <a:schemeClr val="dk2"/>
                </a:solidFill>
                <a:latin typeface="Calibri"/>
                <a:ea typeface="Calibri"/>
                <a:cs typeface="Calibri"/>
                <a:sym typeface="Calibri"/>
              </a:defRPr>
            </a:lvl1pPr>
            <a:lvl2pPr lvl="1"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2pPr>
            <a:lvl3pPr lvl="2"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3pPr>
            <a:lvl4pPr lvl="3"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4pPr>
            <a:lvl5pPr lvl="4"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5pPr>
            <a:lvl6pPr lvl="5"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6pPr>
            <a:lvl7pPr lvl="6"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7pPr>
            <a:lvl8pPr lvl="7"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8pPr>
            <a:lvl9pPr lvl="8"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2" name="Shape 52"/>
        <p:cNvGrpSpPr/>
        <p:nvPr/>
      </p:nvGrpSpPr>
      <p:grpSpPr>
        <a:xfrm>
          <a:off x="0" y="0"/>
          <a:ext cx="0" cy="0"/>
          <a:chOff x="0" y="0"/>
          <a:chExt cx="0" cy="0"/>
        </a:xfrm>
      </p:grpSpPr>
      <p:sp>
        <p:nvSpPr>
          <p:cNvPr id="53" name="Google Shape;53;p25"/>
          <p:cNvSpPr txBox="1"/>
          <p:nvPr>
            <p:ph type="title"/>
          </p:nvPr>
        </p:nvSpPr>
        <p:spPr>
          <a:xfrm>
            <a:off x="609601" y="492211"/>
            <a:ext cx="4011084" cy="116205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1" i="0" sz="2000" u="none" cap="none" strike="noStrike">
                <a:solidFill>
                  <a:schemeClr val="dk2"/>
                </a:solidFill>
                <a:latin typeface="Calibri"/>
                <a:ea typeface="Calibri"/>
                <a:cs typeface="Calibri"/>
                <a:sym typeface="Calibri"/>
              </a:defRPr>
            </a:lvl1pPr>
            <a:lvl2pPr lvl="1"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2pPr>
            <a:lvl3pPr lvl="2"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3pPr>
            <a:lvl4pPr lvl="3"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4pPr>
            <a:lvl5pPr lvl="4"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5pPr>
            <a:lvl6pPr lvl="5"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6pPr>
            <a:lvl7pPr lvl="6"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7pPr>
            <a:lvl8pPr lvl="7"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8pPr>
            <a:lvl9pPr lvl="8"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9pPr>
          </a:lstStyle>
          <a:p/>
        </p:txBody>
      </p:sp>
      <p:sp>
        <p:nvSpPr>
          <p:cNvPr id="54" name="Google Shape;54;p25"/>
          <p:cNvSpPr txBox="1"/>
          <p:nvPr>
            <p:ph idx="1" type="body"/>
          </p:nvPr>
        </p:nvSpPr>
        <p:spPr>
          <a:xfrm>
            <a:off x="4766733" y="492212"/>
            <a:ext cx="6815667" cy="5853113"/>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Calibri"/>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Calibri"/>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Calibri"/>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Calibri"/>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Calibri"/>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55" name="Google Shape;55;p25"/>
          <p:cNvSpPr txBox="1"/>
          <p:nvPr>
            <p:ph idx="2" type="body"/>
          </p:nvPr>
        </p:nvSpPr>
        <p:spPr>
          <a:xfrm>
            <a:off x="609601" y="1654262"/>
            <a:ext cx="4011084" cy="4691063"/>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280"/>
              </a:spcBef>
              <a:spcAft>
                <a:spcPts val="0"/>
              </a:spcAft>
              <a:buClr>
                <a:schemeClr val="dk1"/>
              </a:buClr>
              <a:buSzPts val="1400"/>
              <a:buFont typeface="Calibri"/>
              <a:buNone/>
              <a:defRPr b="0" i="0" sz="1400" u="none" cap="none" strike="noStrike">
                <a:solidFill>
                  <a:schemeClr val="dk1"/>
                </a:solidFill>
                <a:latin typeface="Calibri"/>
                <a:ea typeface="Calibri"/>
                <a:cs typeface="Calibri"/>
                <a:sym typeface="Calibri"/>
              </a:defRPr>
            </a:lvl1pPr>
            <a:lvl2pPr indent="-228600" lvl="1" marL="914400" marR="0" rtl="0" algn="l">
              <a:spcBef>
                <a:spcPts val="24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2pPr>
            <a:lvl3pPr indent="-228600" lvl="2" marL="1371600" marR="0" rtl="0" algn="l">
              <a:spcBef>
                <a:spcPts val="2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3pPr>
            <a:lvl4pPr indent="-228600" lvl="3" marL="1828800" marR="0" rtl="0" algn="l">
              <a:spcBef>
                <a:spcPts val="18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4pPr>
            <a:lvl5pPr indent="-228600" lvl="4" marL="2286000" marR="0" rtl="0" algn="l">
              <a:spcBef>
                <a:spcPts val="18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5pPr>
            <a:lvl6pPr indent="-228600" lvl="5" marL="2743200" marR="0" rtl="0" algn="l">
              <a:spcBef>
                <a:spcPts val="18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6pPr>
            <a:lvl7pPr indent="-228600" lvl="6" marL="3200400" marR="0" rtl="0" algn="l">
              <a:spcBef>
                <a:spcPts val="18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7pPr>
            <a:lvl8pPr indent="-228600" lvl="7" marL="3657600" marR="0" rtl="0" algn="l">
              <a:spcBef>
                <a:spcPts val="18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8pPr>
            <a:lvl9pPr indent="-228600" lvl="8" marL="4114800" marR="0" rtl="0" algn="l">
              <a:spcBef>
                <a:spcPts val="18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6" name="Shape 56"/>
        <p:cNvGrpSpPr/>
        <p:nvPr/>
      </p:nvGrpSpPr>
      <p:grpSpPr>
        <a:xfrm>
          <a:off x="0" y="0"/>
          <a:ext cx="0" cy="0"/>
          <a:chOff x="0" y="0"/>
          <a:chExt cx="0" cy="0"/>
        </a:xfrm>
      </p:grpSpPr>
      <p:sp>
        <p:nvSpPr>
          <p:cNvPr id="57" name="Google Shape;57;p26"/>
          <p:cNvSpPr txBox="1"/>
          <p:nvPr>
            <p:ph type="title"/>
          </p:nvPr>
        </p:nvSpPr>
        <p:spPr>
          <a:xfrm>
            <a:off x="2389717" y="4800600"/>
            <a:ext cx="7315200" cy="566738"/>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1" i="0" sz="2000" u="none" cap="none" strike="noStrike">
                <a:solidFill>
                  <a:schemeClr val="dk2"/>
                </a:solidFill>
                <a:latin typeface="Calibri"/>
                <a:ea typeface="Calibri"/>
                <a:cs typeface="Calibri"/>
                <a:sym typeface="Calibri"/>
              </a:defRPr>
            </a:lvl1pPr>
            <a:lvl2pPr lvl="1"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2pPr>
            <a:lvl3pPr lvl="2"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3pPr>
            <a:lvl4pPr lvl="3"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4pPr>
            <a:lvl5pPr lvl="4"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5pPr>
            <a:lvl6pPr lvl="5"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6pPr>
            <a:lvl7pPr lvl="6"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7pPr>
            <a:lvl8pPr lvl="7"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8pPr>
            <a:lvl9pPr lvl="8"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9pPr>
          </a:lstStyle>
          <a:p/>
        </p:txBody>
      </p:sp>
      <p:sp>
        <p:nvSpPr>
          <p:cNvPr id="58" name="Google Shape;58;p26"/>
          <p:cNvSpPr/>
          <p:nvPr>
            <p:ph idx="2" type="pic"/>
          </p:nvPr>
        </p:nvSpPr>
        <p:spPr>
          <a:xfrm>
            <a:off x="2389717" y="612775"/>
            <a:ext cx="7315200" cy="4114800"/>
          </a:xfrm>
          <a:prstGeom prst="rect">
            <a:avLst/>
          </a:prstGeom>
          <a:noFill/>
          <a:ln>
            <a:noFill/>
          </a:ln>
        </p:spPr>
      </p:sp>
      <p:sp>
        <p:nvSpPr>
          <p:cNvPr id="59" name="Google Shape;59;p26"/>
          <p:cNvSpPr txBox="1"/>
          <p:nvPr>
            <p:ph idx="1" type="body"/>
          </p:nvPr>
        </p:nvSpPr>
        <p:spPr>
          <a:xfrm>
            <a:off x="2389717" y="5367338"/>
            <a:ext cx="7315200" cy="804862"/>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280"/>
              </a:spcBef>
              <a:spcAft>
                <a:spcPts val="0"/>
              </a:spcAft>
              <a:buClr>
                <a:schemeClr val="dk1"/>
              </a:buClr>
              <a:buSzPts val="1400"/>
              <a:buFont typeface="Calibri"/>
              <a:buNone/>
              <a:defRPr b="0" i="0" sz="1400" u="none" cap="none" strike="noStrike">
                <a:solidFill>
                  <a:schemeClr val="dk1"/>
                </a:solidFill>
                <a:latin typeface="Calibri"/>
                <a:ea typeface="Calibri"/>
                <a:cs typeface="Calibri"/>
                <a:sym typeface="Calibri"/>
              </a:defRPr>
            </a:lvl1pPr>
            <a:lvl2pPr indent="-228600" lvl="1" marL="914400" marR="0" rtl="0" algn="l">
              <a:spcBef>
                <a:spcPts val="24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2pPr>
            <a:lvl3pPr indent="-228600" lvl="2" marL="1371600" marR="0" rtl="0" algn="l">
              <a:spcBef>
                <a:spcPts val="2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3pPr>
            <a:lvl4pPr indent="-228600" lvl="3" marL="1828800" marR="0" rtl="0" algn="l">
              <a:spcBef>
                <a:spcPts val="18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4pPr>
            <a:lvl5pPr indent="-228600" lvl="4" marL="2286000" marR="0" rtl="0" algn="l">
              <a:spcBef>
                <a:spcPts val="18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5pPr>
            <a:lvl6pPr indent="-228600" lvl="5" marL="2743200" marR="0" rtl="0" algn="l">
              <a:spcBef>
                <a:spcPts val="18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6pPr>
            <a:lvl7pPr indent="-228600" lvl="6" marL="3200400" marR="0" rtl="0" algn="l">
              <a:spcBef>
                <a:spcPts val="18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7pPr>
            <a:lvl8pPr indent="-228600" lvl="7" marL="3657600" marR="0" rtl="0" algn="l">
              <a:spcBef>
                <a:spcPts val="18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8pPr>
            <a:lvl9pPr indent="-228600" lvl="8" marL="4114800" marR="0" rtl="0" algn="l">
              <a:spcBef>
                <a:spcPts val="18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0" name="Shape 60"/>
        <p:cNvGrpSpPr/>
        <p:nvPr/>
      </p:nvGrpSpPr>
      <p:grpSpPr>
        <a:xfrm>
          <a:off x="0" y="0"/>
          <a:ext cx="0" cy="0"/>
          <a:chOff x="0" y="0"/>
          <a:chExt cx="0" cy="0"/>
        </a:xfrm>
      </p:grpSpPr>
      <p:sp>
        <p:nvSpPr>
          <p:cNvPr id="61" name="Google Shape;61;p27"/>
          <p:cNvSpPr txBox="1"/>
          <p:nvPr>
            <p:ph type="title"/>
          </p:nvPr>
        </p:nvSpPr>
        <p:spPr>
          <a:xfrm>
            <a:off x="609600" y="493799"/>
            <a:ext cx="10972800" cy="11430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4000" u="none" cap="none" strike="noStrike">
                <a:solidFill>
                  <a:schemeClr val="dk2"/>
                </a:solidFill>
                <a:latin typeface="Calibri"/>
                <a:ea typeface="Calibri"/>
                <a:cs typeface="Calibri"/>
                <a:sym typeface="Calibri"/>
              </a:defRPr>
            </a:lvl1pPr>
            <a:lvl2pPr lvl="1"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2pPr>
            <a:lvl3pPr lvl="2"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3pPr>
            <a:lvl4pPr lvl="3"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4pPr>
            <a:lvl5pPr lvl="4"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5pPr>
            <a:lvl6pPr lvl="5"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6pPr>
            <a:lvl7pPr lvl="6"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7pPr>
            <a:lvl8pPr lvl="7"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8pPr>
            <a:lvl9pPr lvl="8"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9pPr>
          </a:lstStyle>
          <a:p/>
        </p:txBody>
      </p:sp>
      <p:sp>
        <p:nvSpPr>
          <p:cNvPr id="62" name="Google Shape;62;p27"/>
          <p:cNvSpPr txBox="1"/>
          <p:nvPr>
            <p:ph idx="1" type="body"/>
          </p:nvPr>
        </p:nvSpPr>
        <p:spPr>
          <a:xfrm rot="5400000">
            <a:off x="3833019" y="-1404057"/>
            <a:ext cx="4525963" cy="10972800"/>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Calibri"/>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Calibri"/>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Calibri"/>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Calibri"/>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Calibri"/>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63" name="Shape 63"/>
        <p:cNvGrpSpPr/>
        <p:nvPr/>
      </p:nvGrpSpPr>
      <p:grpSpPr>
        <a:xfrm>
          <a:off x="0" y="0"/>
          <a:ext cx="0" cy="0"/>
          <a:chOff x="0" y="0"/>
          <a:chExt cx="0" cy="0"/>
        </a:xfrm>
      </p:grpSpPr>
      <p:sp>
        <p:nvSpPr>
          <p:cNvPr id="64" name="Google Shape;64;p28"/>
          <p:cNvSpPr txBox="1"/>
          <p:nvPr>
            <p:ph type="title"/>
          </p:nvPr>
        </p:nvSpPr>
        <p:spPr>
          <a:xfrm rot="5400000">
            <a:off x="7285038" y="2083967"/>
            <a:ext cx="5851525" cy="27432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4000" u="none" cap="none" strike="noStrike">
                <a:solidFill>
                  <a:schemeClr val="dk2"/>
                </a:solidFill>
                <a:latin typeface="Calibri"/>
                <a:ea typeface="Calibri"/>
                <a:cs typeface="Calibri"/>
                <a:sym typeface="Calibri"/>
              </a:defRPr>
            </a:lvl1pPr>
            <a:lvl2pPr lvl="1"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2pPr>
            <a:lvl3pPr lvl="2"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3pPr>
            <a:lvl4pPr lvl="3"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4pPr>
            <a:lvl5pPr lvl="4"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5pPr>
            <a:lvl6pPr lvl="5"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6pPr>
            <a:lvl7pPr lvl="6"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7pPr>
            <a:lvl8pPr lvl="7"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8pPr>
            <a:lvl9pPr lvl="8"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9pPr>
          </a:lstStyle>
          <a:p/>
        </p:txBody>
      </p:sp>
      <p:sp>
        <p:nvSpPr>
          <p:cNvPr id="65" name="Google Shape;65;p28"/>
          <p:cNvSpPr txBox="1"/>
          <p:nvPr>
            <p:ph idx="1" type="body"/>
          </p:nvPr>
        </p:nvSpPr>
        <p:spPr>
          <a:xfrm rot="5400000">
            <a:off x="1697038" y="-557633"/>
            <a:ext cx="5851525" cy="8026400"/>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Calibri"/>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Calibri"/>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Calibri"/>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Calibri"/>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Calibri"/>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 Type="http://schemas.openxmlformats.org/officeDocument/2006/relationships/image" Target="../media/image1.png"/><Relationship Id="rId2" Type="http://schemas.openxmlformats.org/officeDocument/2006/relationships/image" Target="../media/image4.pn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15" Type="http://schemas.openxmlformats.org/officeDocument/2006/relationships/slideLayout" Target="../slideLayouts/slideLayout13.xml"/><Relationship Id="rId14" Type="http://schemas.openxmlformats.org/officeDocument/2006/relationships/slideLayout" Target="../slideLayouts/slideLayout12.xml"/><Relationship Id="rId16" Type="http://schemas.openxmlformats.org/officeDocument/2006/relationships/theme" Target="../theme/theme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5"/>
          <p:cNvSpPr/>
          <p:nvPr/>
        </p:nvSpPr>
        <p:spPr>
          <a:xfrm>
            <a:off x="0" y="6477000"/>
            <a:ext cx="12192000" cy="76200"/>
          </a:xfrm>
          <a:prstGeom prst="rect">
            <a:avLst/>
          </a:prstGeom>
          <a:gradFill>
            <a:gsLst>
              <a:gs pos="0">
                <a:srgbClr val="00002F"/>
              </a:gs>
              <a:gs pos="100000">
                <a:srgbClr val="000066">
                  <a:alpha val="4705"/>
                </a:srgbClr>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rgbClr val="000000"/>
              </a:solidFill>
              <a:latin typeface="Arial"/>
              <a:ea typeface="Arial"/>
              <a:cs typeface="Arial"/>
              <a:sym typeface="Arial"/>
            </a:endParaRPr>
          </a:p>
        </p:txBody>
      </p:sp>
      <p:pic>
        <p:nvPicPr>
          <p:cNvPr id="11" name="Google Shape;11;p15"/>
          <p:cNvPicPr preferRelativeResize="0"/>
          <p:nvPr/>
        </p:nvPicPr>
        <p:blipFill rotWithShape="1">
          <a:blip r:embed="rId1">
            <a:alphaModFix/>
          </a:blip>
          <a:srcRect b="0" l="0" r="0" t="0"/>
          <a:stretch/>
        </p:blipFill>
        <p:spPr>
          <a:xfrm>
            <a:off x="10261600" y="15876"/>
            <a:ext cx="1930400" cy="371475"/>
          </a:xfrm>
          <a:prstGeom prst="rect">
            <a:avLst/>
          </a:prstGeom>
          <a:noFill/>
          <a:ln>
            <a:noFill/>
          </a:ln>
        </p:spPr>
      </p:pic>
      <p:sp>
        <p:nvSpPr>
          <p:cNvPr id="12" name="Google Shape;12;p15"/>
          <p:cNvSpPr txBox="1"/>
          <p:nvPr/>
        </p:nvSpPr>
        <p:spPr>
          <a:xfrm>
            <a:off x="0" y="6583364"/>
            <a:ext cx="1356590"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333399"/>
                </a:solidFill>
                <a:latin typeface="Calibri"/>
                <a:ea typeface="Calibri"/>
                <a:cs typeface="Calibri"/>
                <a:sym typeface="Calibri"/>
              </a:rPr>
              <a:t>DATE: 11-Jun-2022</a:t>
            </a:r>
            <a:endParaRPr/>
          </a:p>
        </p:txBody>
      </p:sp>
      <p:sp>
        <p:nvSpPr>
          <p:cNvPr id="13" name="Google Shape;13;p15"/>
          <p:cNvSpPr txBox="1"/>
          <p:nvPr/>
        </p:nvSpPr>
        <p:spPr>
          <a:xfrm>
            <a:off x="11252320" y="6583364"/>
            <a:ext cx="939680" cy="276999"/>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200" u="none" cap="none" strike="noStrike">
                <a:solidFill>
                  <a:srgbClr val="333399"/>
                </a:solidFill>
                <a:latin typeface="Calibri"/>
                <a:ea typeface="Calibri"/>
                <a:cs typeface="Calibri"/>
                <a:sym typeface="Calibri"/>
              </a:rPr>
              <a:t>Slide no: </a:t>
            </a:r>
            <a:fld id="{00000000-1234-1234-1234-123412341234}" type="slidenum">
              <a:rPr b="0" i="0" lang="en-US" sz="1200" u="none" cap="none" strike="noStrike">
                <a:solidFill>
                  <a:srgbClr val="333399"/>
                </a:solidFill>
                <a:latin typeface="Calibri"/>
                <a:ea typeface="Calibri"/>
                <a:cs typeface="Calibri"/>
                <a:sym typeface="Calibri"/>
              </a:rPr>
              <a:t>‹#›</a:t>
            </a:fld>
            <a:endParaRPr b="0" i="0" sz="1200" u="none" cap="none" strike="noStrike">
              <a:solidFill>
                <a:srgbClr val="333399"/>
              </a:solidFill>
              <a:latin typeface="Calibri"/>
              <a:ea typeface="Calibri"/>
              <a:cs typeface="Calibri"/>
              <a:sym typeface="Calibri"/>
            </a:endParaRPr>
          </a:p>
        </p:txBody>
      </p:sp>
      <p:cxnSp>
        <p:nvCxnSpPr>
          <p:cNvPr id="14" name="Google Shape;14;p15"/>
          <p:cNvCxnSpPr/>
          <p:nvPr/>
        </p:nvCxnSpPr>
        <p:spPr>
          <a:xfrm rot="10800000">
            <a:off x="203200" y="304800"/>
            <a:ext cx="1320800" cy="0"/>
          </a:xfrm>
          <a:prstGeom prst="straightConnector1">
            <a:avLst/>
          </a:prstGeom>
          <a:noFill/>
          <a:ln cap="flat" cmpd="sng" w="19050">
            <a:solidFill>
              <a:schemeClr val="lt1"/>
            </a:solidFill>
            <a:prstDash val="solid"/>
            <a:round/>
            <a:headEnd len="med" w="med" type="none"/>
            <a:tailEnd len="med" w="med" type="none"/>
          </a:ln>
        </p:spPr>
      </p:cxnSp>
      <p:pic>
        <p:nvPicPr>
          <p:cNvPr descr="SAEIndia" id="15" name="Google Shape;15;p15"/>
          <p:cNvPicPr preferRelativeResize="0"/>
          <p:nvPr/>
        </p:nvPicPr>
        <p:blipFill rotWithShape="1">
          <a:blip r:embed="rId2">
            <a:alphaModFix/>
          </a:blip>
          <a:srcRect b="0" l="0" r="0" t="0"/>
          <a:stretch/>
        </p:blipFill>
        <p:spPr>
          <a:xfrm>
            <a:off x="0" y="1"/>
            <a:ext cx="2336800" cy="466725"/>
          </a:xfrm>
          <a:prstGeom prst="rect">
            <a:avLst/>
          </a:prstGeom>
          <a:noFill/>
          <a:ln>
            <a:noFill/>
          </a:ln>
        </p:spPr>
      </p:pic>
      <p:sp>
        <p:nvSpPr>
          <p:cNvPr id="16" name="Google Shape;16;p15"/>
          <p:cNvSpPr/>
          <p:nvPr/>
        </p:nvSpPr>
        <p:spPr>
          <a:xfrm>
            <a:off x="0" y="396875"/>
            <a:ext cx="914400" cy="76200"/>
          </a:xfrm>
          <a:prstGeom prst="rect">
            <a:avLst/>
          </a:prstGeom>
          <a:gradFill>
            <a:gsLst>
              <a:gs pos="0">
                <a:srgbClr val="000066">
                  <a:alpha val="4705"/>
                </a:srgbClr>
              </a:gs>
              <a:gs pos="100000">
                <a:srgbClr val="00002F">
                  <a:alpha val="20000"/>
                </a:srgbClr>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rgbClr val="000000"/>
              </a:solidFill>
              <a:latin typeface="Arial"/>
              <a:ea typeface="Arial"/>
              <a:cs typeface="Arial"/>
              <a:sym typeface="Arial"/>
            </a:endParaRPr>
          </a:p>
        </p:txBody>
      </p:sp>
      <p:sp>
        <p:nvSpPr>
          <p:cNvPr id="17" name="Google Shape;17;p15"/>
          <p:cNvSpPr/>
          <p:nvPr/>
        </p:nvSpPr>
        <p:spPr>
          <a:xfrm>
            <a:off x="2235200" y="396875"/>
            <a:ext cx="9956800" cy="76200"/>
          </a:xfrm>
          <a:prstGeom prst="rect">
            <a:avLst/>
          </a:prstGeom>
          <a:gradFill>
            <a:gsLst>
              <a:gs pos="0">
                <a:srgbClr val="000066">
                  <a:alpha val="24705"/>
                </a:srgbClr>
              </a:gs>
              <a:gs pos="100000">
                <a:srgbClr val="00002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rgbClr val="000000"/>
              </a:solidFill>
              <a:latin typeface="Arial"/>
              <a:ea typeface="Arial"/>
              <a:cs typeface="Arial"/>
              <a:sym typeface="Arial"/>
            </a:endParaRPr>
          </a:p>
        </p:txBody>
      </p:sp>
      <p:sp>
        <p:nvSpPr>
          <p:cNvPr id="18" name="Google Shape;18;p15"/>
          <p:cNvSpPr txBox="1"/>
          <p:nvPr/>
        </p:nvSpPr>
        <p:spPr>
          <a:xfrm>
            <a:off x="1174303" y="317500"/>
            <a:ext cx="1162498" cy="230832"/>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i="0" lang="en-US" sz="900" u="none" cap="none" strike="noStrike">
                <a:solidFill>
                  <a:srgbClr val="000066"/>
                </a:solidFill>
                <a:latin typeface="Arial Narrow"/>
                <a:ea typeface="Arial Narrow"/>
                <a:cs typeface="Arial Narrow"/>
                <a:sym typeface="Arial Narrow"/>
              </a:rPr>
              <a:t>SOUTHERN SECTION</a:t>
            </a:r>
            <a:endParaRPr/>
          </a:p>
        </p:txBody>
      </p:sp>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0.png"/><Relationship Id="rId4" Type="http://schemas.openxmlformats.org/officeDocument/2006/relationships/image" Target="../media/image9.png"/><Relationship Id="rId5" Type="http://schemas.openxmlformats.org/officeDocument/2006/relationships/image" Target="../media/image2.png"/><Relationship Id="rId6" Type="http://schemas.openxmlformats.org/officeDocument/2006/relationships/image" Target="../media/image1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6.jpg"/><Relationship Id="rId4" Type="http://schemas.openxmlformats.org/officeDocument/2006/relationships/image" Target="../media/image12.png"/><Relationship Id="rId5"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image" Target="../media/image13.png"/><Relationship Id="rId5" Type="http://schemas.openxmlformats.org/officeDocument/2006/relationships/image" Target="../media/image2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5.jpg"/><Relationship Id="rId4" Type="http://schemas.openxmlformats.org/officeDocument/2006/relationships/image" Target="../media/image31.jpg"/><Relationship Id="rId9" Type="http://schemas.openxmlformats.org/officeDocument/2006/relationships/image" Target="../media/image11.png"/><Relationship Id="rId5" Type="http://schemas.openxmlformats.org/officeDocument/2006/relationships/hyperlink" Target="https://en.wikipedia.org/wiki/RGB_color_model" TargetMode="External"/><Relationship Id="rId6" Type="http://schemas.openxmlformats.org/officeDocument/2006/relationships/hyperlink" Target="https://en.wikipedia.org/wiki/HSL_and_HSV" TargetMode="External"/><Relationship Id="rId7" Type="http://schemas.openxmlformats.org/officeDocument/2006/relationships/hyperlink" Target="https://automaticaddison.com/how-the-sobel-operator-works/" TargetMode="External"/><Relationship Id="rId8" Type="http://schemas.openxmlformats.org/officeDocument/2006/relationships/hyperlink" Target="https://en.wikipedia.org/wiki/Bitwise_operation#AND"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4.png"/><Relationship Id="rId4" Type="http://schemas.openxmlformats.org/officeDocument/2006/relationships/image" Target="../media/image22.jpg"/><Relationship Id="rId5" Type="http://schemas.openxmlformats.org/officeDocument/2006/relationships/hyperlink" Target="https://en.wikipedia.org/wiki/Trapezoid" TargetMode="External"/><Relationship Id="rId6"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25.png"/><Relationship Id="rId6" Type="http://schemas.openxmlformats.org/officeDocument/2006/relationships/image" Target="../media/image2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9.png"/><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8.png"/><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32.jpg"/><Relationship Id="rId4" Type="http://schemas.openxmlformats.org/officeDocument/2006/relationships/image" Target="../media/image27.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hyperlink" Target="https://medium.com/@yogeshojha/self-driving-cars-beginners-guideto-computer-vision-finding-simple-lane-lines-using-pythona4977015e232" TargetMode="External"/><Relationship Id="rId4" Type="http://schemas.openxmlformats.org/officeDocument/2006/relationships/hyperlink" Target="https://automaticaddison.com/the-ultimate-guide-to-real-time-lanedetection-using-opencv/" TargetMode="External"/><Relationship Id="rId5" Type="http://schemas.openxmlformats.org/officeDocument/2006/relationships/hyperlink" Target="https://opencv.org/" TargetMode="External"/><Relationship Id="rId6" Type="http://schemas.openxmlformats.org/officeDocument/2006/relationships/hyperlink" Target="https://matplotlib.org/stable/index.html"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0.png"/><Relationship Id="rId4" Type="http://schemas.openxmlformats.org/officeDocument/2006/relationships/image" Target="../media/image14.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9" name="Shape 69"/>
        <p:cNvGrpSpPr/>
        <p:nvPr/>
      </p:nvGrpSpPr>
      <p:grpSpPr>
        <a:xfrm>
          <a:off x="0" y="0"/>
          <a:ext cx="0" cy="0"/>
          <a:chOff x="0" y="0"/>
          <a:chExt cx="0" cy="0"/>
        </a:xfrm>
      </p:grpSpPr>
      <p:sp>
        <p:nvSpPr>
          <p:cNvPr id="70" name="Google Shape;70;p1"/>
          <p:cNvSpPr txBox="1"/>
          <p:nvPr>
            <p:ph type="ctrTitle"/>
          </p:nvPr>
        </p:nvSpPr>
        <p:spPr>
          <a:xfrm>
            <a:off x="14625" y="745616"/>
            <a:ext cx="12192000" cy="2088686"/>
          </a:xfrm>
          <a:prstGeom prst="rect">
            <a:avLst/>
          </a:prstGeom>
          <a:noFill/>
          <a:ln>
            <a:noFill/>
          </a:ln>
          <a:effectLst>
            <a:outerShdw blurRad="28575" rotWithShape="0" algn="bl" dir="2700000" dist="19050">
              <a:schemeClr val="dk1">
                <a:alpha val="20000"/>
              </a:schemeClr>
            </a:outerShdw>
          </a:effectLst>
        </p:spPr>
        <p:txBody>
          <a:bodyPr anchorCtr="0" anchor="t" bIns="0" lIns="0" spcFirstLastPara="1" rIns="0" wrap="square" tIns="0">
            <a:noAutofit/>
          </a:bodyPr>
          <a:lstStyle/>
          <a:p>
            <a:pPr indent="0" lvl="0" marL="0" rtl="0" algn="ctr">
              <a:spcBef>
                <a:spcPts val="0"/>
              </a:spcBef>
              <a:spcAft>
                <a:spcPts val="0"/>
              </a:spcAft>
              <a:buClr>
                <a:schemeClr val="lt1"/>
              </a:buClr>
              <a:buSzPts val="7200"/>
              <a:buFont typeface="Bebas Neue"/>
              <a:buNone/>
            </a:pPr>
            <a:r>
              <a:rPr lang="en-US" sz="6600">
                <a:solidFill>
                  <a:srgbClr val="3F3F3F"/>
                </a:solidFill>
                <a:latin typeface="Bebas Neue"/>
                <a:ea typeface="Bebas Neue"/>
                <a:cs typeface="Bebas Neue"/>
                <a:sym typeface="Bebas Neue"/>
              </a:rPr>
              <a:t>Detection of lane lines in an</a:t>
            </a:r>
            <a:br>
              <a:rPr lang="en-US" sz="6600">
                <a:solidFill>
                  <a:srgbClr val="3F3F3F"/>
                </a:solidFill>
                <a:latin typeface="Bebas Neue"/>
                <a:ea typeface="Bebas Neue"/>
                <a:cs typeface="Bebas Neue"/>
                <a:sym typeface="Bebas Neue"/>
              </a:rPr>
            </a:br>
            <a:r>
              <a:rPr lang="en-US" sz="6600">
                <a:solidFill>
                  <a:srgbClr val="3F3F3F"/>
                </a:solidFill>
                <a:latin typeface="Bebas Neue"/>
                <a:ea typeface="Bebas Neue"/>
                <a:cs typeface="Bebas Neue"/>
                <a:sym typeface="Bebas Neue"/>
              </a:rPr>
              <a:t>image</a:t>
            </a:r>
            <a:endParaRPr sz="6600">
              <a:solidFill>
                <a:srgbClr val="3F3F3F"/>
              </a:solidFill>
              <a:latin typeface="Bebas Neue"/>
              <a:ea typeface="Bebas Neue"/>
              <a:cs typeface="Bebas Neue"/>
              <a:sym typeface="Bebas Neue"/>
            </a:endParaRPr>
          </a:p>
        </p:txBody>
      </p:sp>
      <p:pic>
        <p:nvPicPr>
          <p:cNvPr descr="National Institute of Technology Agartala - Wikipedia" id="71" name="Google Shape;71;p1"/>
          <p:cNvPicPr preferRelativeResize="0"/>
          <p:nvPr/>
        </p:nvPicPr>
        <p:blipFill rotWithShape="1">
          <a:blip r:embed="rId3">
            <a:alphaModFix/>
          </a:blip>
          <a:srcRect b="0" l="0" r="0" t="0"/>
          <a:stretch/>
        </p:blipFill>
        <p:spPr>
          <a:xfrm>
            <a:off x="5797695" y="5667615"/>
            <a:ext cx="598667" cy="691189"/>
          </a:xfrm>
          <a:prstGeom prst="rect">
            <a:avLst/>
          </a:prstGeom>
          <a:noFill/>
          <a:ln>
            <a:noFill/>
          </a:ln>
        </p:spPr>
      </p:pic>
      <p:sp>
        <p:nvSpPr>
          <p:cNvPr id="72" name="Google Shape;72;p1"/>
          <p:cNvSpPr txBox="1"/>
          <p:nvPr/>
        </p:nvSpPr>
        <p:spPr>
          <a:xfrm>
            <a:off x="2928794" y="3101333"/>
            <a:ext cx="1540806"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800" u="none" cap="none" strike="noStrike">
                <a:solidFill>
                  <a:srgbClr val="3F3F3F"/>
                </a:solidFill>
                <a:latin typeface="Bebas Neue"/>
                <a:ea typeface="Bebas Neue"/>
                <a:cs typeface="Bebas Neue"/>
                <a:sym typeface="Bebas Neue"/>
              </a:rPr>
              <a:t>TEAM AVIDA </a:t>
            </a:r>
            <a:endParaRPr/>
          </a:p>
        </p:txBody>
      </p:sp>
      <p:sp>
        <p:nvSpPr>
          <p:cNvPr id="73" name="Google Shape;73;p1"/>
          <p:cNvSpPr txBox="1"/>
          <p:nvPr/>
        </p:nvSpPr>
        <p:spPr>
          <a:xfrm>
            <a:off x="2999966" y="2806418"/>
            <a:ext cx="36901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3F3F3F"/>
                </a:solidFill>
                <a:latin typeface="Bebas Neue"/>
                <a:ea typeface="Bebas Neue"/>
                <a:cs typeface="Bebas Neue"/>
                <a:sym typeface="Bebas Neue"/>
              </a:rPr>
              <a:t>BY</a:t>
            </a:r>
            <a:endParaRPr/>
          </a:p>
        </p:txBody>
      </p:sp>
      <p:sp>
        <p:nvSpPr>
          <p:cNvPr id="74" name="Google Shape;74;p1"/>
          <p:cNvSpPr txBox="1"/>
          <p:nvPr/>
        </p:nvSpPr>
        <p:spPr>
          <a:xfrm>
            <a:off x="2282580" y="5075743"/>
            <a:ext cx="7629012" cy="7078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4000">
                <a:solidFill>
                  <a:srgbClr val="3F3F3F"/>
                </a:solidFill>
                <a:latin typeface="Bebas Neue"/>
                <a:ea typeface="Bebas Neue"/>
                <a:cs typeface="Bebas Neue"/>
                <a:sym typeface="Bebas Neue"/>
              </a:rPr>
              <a:t>National Institute Of Technology Agartala </a:t>
            </a:r>
            <a:endParaRPr/>
          </a:p>
        </p:txBody>
      </p:sp>
      <p:pic>
        <p:nvPicPr>
          <p:cNvPr id="75" name="Google Shape;75;p1"/>
          <p:cNvPicPr preferRelativeResize="0"/>
          <p:nvPr/>
        </p:nvPicPr>
        <p:blipFill rotWithShape="1">
          <a:blip r:embed="rId4">
            <a:alphaModFix/>
          </a:blip>
          <a:srcRect b="0" l="0" r="0" t="0"/>
          <a:stretch/>
        </p:blipFill>
        <p:spPr>
          <a:xfrm>
            <a:off x="11195944" y="6230401"/>
            <a:ext cx="1010681" cy="627600"/>
          </a:xfrm>
          <a:prstGeom prst="rect">
            <a:avLst/>
          </a:prstGeom>
          <a:noFill/>
          <a:ln>
            <a:noFill/>
          </a:ln>
        </p:spPr>
      </p:pic>
      <p:sp>
        <p:nvSpPr>
          <p:cNvPr id="76" name="Google Shape;76;p1"/>
          <p:cNvSpPr txBox="1"/>
          <p:nvPr/>
        </p:nvSpPr>
        <p:spPr>
          <a:xfrm>
            <a:off x="7626838" y="2787569"/>
            <a:ext cx="1903085" cy="954107"/>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2800">
                <a:solidFill>
                  <a:srgbClr val="3F3F3F"/>
                </a:solidFill>
                <a:latin typeface="Bebas Neue"/>
                <a:ea typeface="Bebas Neue"/>
                <a:cs typeface="Bebas Neue"/>
                <a:sym typeface="Bebas Neue"/>
              </a:rPr>
              <a:t>SELF DRIVING </a:t>
            </a:r>
            <a:endParaRPr/>
          </a:p>
          <a:p>
            <a:pPr indent="0" lvl="0" marL="0" marR="0" rtl="0" algn="r">
              <a:spcBef>
                <a:spcPts val="0"/>
              </a:spcBef>
              <a:spcAft>
                <a:spcPts val="0"/>
              </a:spcAft>
              <a:buNone/>
            </a:pPr>
            <a:r>
              <a:rPr lang="en-US" sz="2800">
                <a:solidFill>
                  <a:srgbClr val="3F3F3F"/>
                </a:solidFill>
                <a:latin typeface="Bebas Neue"/>
                <a:ea typeface="Bebas Neue"/>
                <a:cs typeface="Bebas Neue"/>
                <a:sym typeface="Bebas Neue"/>
              </a:rPr>
              <a:t>CAR CHALLENGE</a:t>
            </a:r>
            <a:endParaRPr sz="2800">
              <a:solidFill>
                <a:srgbClr val="3F3F3F"/>
              </a:solidFill>
              <a:latin typeface="Bebas Neue"/>
              <a:ea typeface="Bebas Neue"/>
              <a:cs typeface="Bebas Neue"/>
              <a:sym typeface="Bebas Neue"/>
            </a:endParaRPr>
          </a:p>
        </p:txBody>
      </p:sp>
      <p:sp>
        <p:nvSpPr>
          <p:cNvPr id="77" name="Google Shape;77;p1"/>
          <p:cNvSpPr txBox="1"/>
          <p:nvPr/>
        </p:nvSpPr>
        <p:spPr>
          <a:xfrm>
            <a:off x="8962065" y="2538289"/>
            <a:ext cx="45076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3F3F3F"/>
                </a:solidFill>
                <a:latin typeface="Bebas Neue"/>
                <a:ea typeface="Bebas Neue"/>
                <a:cs typeface="Bebas Neue"/>
                <a:sym typeface="Bebas Neue"/>
              </a:rPr>
              <a:t>FOR</a:t>
            </a:r>
            <a:endParaRPr sz="1800">
              <a:solidFill>
                <a:srgbClr val="3F3F3F"/>
              </a:solidFill>
              <a:latin typeface="Bebas Neue"/>
              <a:ea typeface="Bebas Neue"/>
              <a:cs typeface="Bebas Neue"/>
              <a:sym typeface="Bebas Neue"/>
            </a:endParaRPr>
          </a:p>
        </p:txBody>
      </p:sp>
      <p:pic>
        <p:nvPicPr>
          <p:cNvPr id="78" name="Google Shape;78;p1"/>
          <p:cNvPicPr preferRelativeResize="0"/>
          <p:nvPr/>
        </p:nvPicPr>
        <p:blipFill rotWithShape="1">
          <a:blip r:embed="rId5">
            <a:alphaModFix/>
          </a:blip>
          <a:srcRect b="0" l="0" r="0" t="0"/>
          <a:stretch/>
        </p:blipFill>
        <p:spPr>
          <a:xfrm>
            <a:off x="2928794" y="3591535"/>
            <a:ext cx="1531777" cy="1093933"/>
          </a:xfrm>
          <a:prstGeom prst="rect">
            <a:avLst/>
          </a:prstGeom>
          <a:noFill/>
          <a:ln>
            <a:noFill/>
          </a:ln>
        </p:spPr>
      </p:pic>
      <p:pic>
        <p:nvPicPr>
          <p:cNvPr id="79" name="Google Shape;79;p1"/>
          <p:cNvPicPr preferRelativeResize="0"/>
          <p:nvPr/>
        </p:nvPicPr>
        <p:blipFill rotWithShape="1">
          <a:blip r:embed="rId6">
            <a:alphaModFix/>
          </a:blip>
          <a:srcRect b="0" l="0" r="0" t="0"/>
          <a:stretch/>
        </p:blipFill>
        <p:spPr>
          <a:xfrm>
            <a:off x="8578380" y="3742364"/>
            <a:ext cx="792276" cy="79227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2"/>
          <p:cNvSpPr txBox="1"/>
          <p:nvPr>
            <p:ph type="title"/>
          </p:nvPr>
        </p:nvSpPr>
        <p:spPr>
          <a:xfrm>
            <a:off x="1075841" y="982420"/>
            <a:ext cx="9920400" cy="528400"/>
          </a:xfrm>
          <a:prstGeom prst="rect">
            <a:avLst/>
          </a:prstGeom>
          <a:noFill/>
          <a:ln>
            <a:noFill/>
          </a:ln>
        </p:spPr>
        <p:txBody>
          <a:bodyPr anchorCtr="0" anchor="b" bIns="0" lIns="0" spcFirstLastPara="1" rIns="0" wrap="square" tIns="0">
            <a:noAutofit/>
          </a:bodyPr>
          <a:lstStyle/>
          <a:p>
            <a:pPr indent="0" lvl="0" marL="0" rtl="0" algn="ctr">
              <a:spcBef>
                <a:spcPts val="0"/>
              </a:spcBef>
              <a:spcAft>
                <a:spcPts val="0"/>
              </a:spcAft>
              <a:buClr>
                <a:schemeClr val="dk2"/>
              </a:buClr>
              <a:buSzPts val="3600"/>
              <a:buFont typeface="Bebas Neue"/>
              <a:buNone/>
            </a:pPr>
            <a:r>
              <a:rPr lang="en-US">
                <a:latin typeface="Bebas Neue"/>
                <a:ea typeface="Bebas Neue"/>
                <a:cs typeface="Bebas Neue"/>
                <a:sym typeface="Bebas Neue"/>
              </a:rPr>
              <a:t>Content</a:t>
            </a:r>
            <a:endParaRPr>
              <a:latin typeface="Bebas Neue"/>
              <a:ea typeface="Bebas Neue"/>
              <a:cs typeface="Bebas Neue"/>
              <a:sym typeface="Bebas Neue"/>
            </a:endParaRPr>
          </a:p>
        </p:txBody>
      </p:sp>
      <p:sp>
        <p:nvSpPr>
          <p:cNvPr id="85" name="Google Shape;85;p2"/>
          <p:cNvSpPr txBox="1"/>
          <p:nvPr>
            <p:ph idx="1" type="body"/>
          </p:nvPr>
        </p:nvSpPr>
        <p:spPr>
          <a:xfrm>
            <a:off x="1278912" y="2274867"/>
            <a:ext cx="4630800" cy="2396042"/>
          </a:xfrm>
          <a:prstGeom prst="rect">
            <a:avLst/>
          </a:prstGeom>
          <a:noFill/>
          <a:ln>
            <a:noFill/>
          </a:ln>
        </p:spPr>
        <p:txBody>
          <a:bodyPr anchorCtr="0" anchor="t" bIns="0" lIns="0" spcFirstLastPara="1" rIns="0" wrap="square" tIns="0">
            <a:noAutofit/>
          </a:bodyPr>
          <a:lstStyle/>
          <a:p>
            <a:pPr indent="-474120" lvl="0" marL="609585" rtl="0" algn="l">
              <a:spcBef>
                <a:spcPts val="0"/>
              </a:spcBef>
              <a:spcAft>
                <a:spcPts val="0"/>
              </a:spcAft>
              <a:buClr>
                <a:schemeClr val="dk1"/>
              </a:buClr>
              <a:buSzPts val="2000"/>
              <a:buFont typeface="Arial"/>
              <a:buChar char="▸"/>
            </a:pPr>
            <a:r>
              <a:rPr lang="en-US" sz="2500"/>
              <a:t>Objective</a:t>
            </a:r>
            <a:endParaRPr/>
          </a:p>
          <a:p>
            <a:pPr indent="-474120" lvl="0" marL="609585" rtl="0" algn="l">
              <a:spcBef>
                <a:spcPts val="0"/>
              </a:spcBef>
              <a:spcAft>
                <a:spcPts val="0"/>
              </a:spcAft>
              <a:buClr>
                <a:schemeClr val="dk1"/>
              </a:buClr>
              <a:buSzPts val="2000"/>
              <a:buFont typeface="Arial"/>
              <a:buChar char="▸"/>
            </a:pPr>
            <a:r>
              <a:rPr lang="en-US" sz="2500"/>
              <a:t>Libraries Used</a:t>
            </a:r>
            <a:endParaRPr/>
          </a:p>
          <a:p>
            <a:pPr indent="-474120" lvl="0" marL="609585" rtl="0" algn="l">
              <a:spcBef>
                <a:spcPts val="0"/>
              </a:spcBef>
              <a:spcAft>
                <a:spcPts val="0"/>
              </a:spcAft>
              <a:buClr>
                <a:schemeClr val="dk1"/>
              </a:buClr>
              <a:buSzPts val="2000"/>
              <a:buFont typeface="Arial"/>
              <a:buChar char="▸"/>
            </a:pPr>
            <a:r>
              <a:rPr lang="en-US" sz="2500"/>
              <a:t>Work flow</a:t>
            </a:r>
            <a:endParaRPr/>
          </a:p>
          <a:p>
            <a:pPr indent="-474120" lvl="0" marL="609585" rtl="0" algn="l">
              <a:spcBef>
                <a:spcPts val="0"/>
              </a:spcBef>
              <a:spcAft>
                <a:spcPts val="0"/>
              </a:spcAft>
              <a:buClr>
                <a:schemeClr val="dk1"/>
              </a:buClr>
              <a:buSzPts val="2000"/>
              <a:buFont typeface="Arial"/>
              <a:buChar char="▸"/>
            </a:pPr>
            <a:r>
              <a:rPr lang="en-US" sz="2500"/>
              <a:t>Thresholding</a:t>
            </a:r>
            <a:endParaRPr/>
          </a:p>
          <a:p>
            <a:pPr indent="-474120" lvl="0" marL="609585" rtl="0" algn="l">
              <a:spcBef>
                <a:spcPts val="0"/>
              </a:spcBef>
              <a:spcAft>
                <a:spcPts val="0"/>
              </a:spcAft>
              <a:buClr>
                <a:schemeClr val="dk1"/>
              </a:buClr>
              <a:buSzPts val="2000"/>
              <a:buFont typeface="Arial"/>
              <a:buChar char="▸"/>
            </a:pPr>
            <a:r>
              <a:rPr lang="en-US" sz="2500"/>
              <a:t>Perspective Transformation to Get a Bird’s Eye View</a:t>
            </a:r>
            <a:endParaRPr sz="2500"/>
          </a:p>
          <a:p>
            <a:pPr indent="-347121" lvl="0" marL="609585" rtl="0" algn="l">
              <a:spcBef>
                <a:spcPts val="0"/>
              </a:spcBef>
              <a:spcAft>
                <a:spcPts val="0"/>
              </a:spcAft>
              <a:buClr>
                <a:schemeClr val="dk1"/>
              </a:buClr>
              <a:buSzPts val="2000"/>
              <a:buFont typeface="Arial"/>
              <a:buNone/>
            </a:pPr>
            <a:r>
              <a:t/>
            </a:r>
            <a:endParaRPr/>
          </a:p>
          <a:p>
            <a:pPr indent="-347121" lvl="0" marL="609585" rtl="0" algn="l">
              <a:spcBef>
                <a:spcPts val="0"/>
              </a:spcBef>
              <a:spcAft>
                <a:spcPts val="0"/>
              </a:spcAft>
              <a:buClr>
                <a:schemeClr val="dk1"/>
              </a:buClr>
              <a:buSzPts val="2000"/>
              <a:buFont typeface="Arial"/>
              <a:buNone/>
            </a:pPr>
            <a:r>
              <a:t/>
            </a:r>
            <a:endParaRPr/>
          </a:p>
          <a:p>
            <a:pPr indent="-347121" lvl="0" marL="609585" rtl="0" algn="l">
              <a:spcBef>
                <a:spcPts val="0"/>
              </a:spcBef>
              <a:spcAft>
                <a:spcPts val="0"/>
              </a:spcAft>
              <a:buClr>
                <a:schemeClr val="dk1"/>
              </a:buClr>
              <a:buSzPts val="2000"/>
              <a:buFont typeface="Arial"/>
              <a:buNone/>
            </a:pPr>
            <a:r>
              <a:t/>
            </a:r>
            <a:endParaRPr/>
          </a:p>
        </p:txBody>
      </p:sp>
      <p:sp>
        <p:nvSpPr>
          <p:cNvPr id="86" name="Google Shape;86;p2"/>
          <p:cNvSpPr txBox="1"/>
          <p:nvPr>
            <p:ph idx="2" type="body"/>
          </p:nvPr>
        </p:nvSpPr>
        <p:spPr>
          <a:xfrm>
            <a:off x="6363199" y="2274867"/>
            <a:ext cx="4630800" cy="4129600"/>
          </a:xfrm>
          <a:prstGeom prst="rect">
            <a:avLst/>
          </a:prstGeom>
          <a:noFill/>
          <a:ln>
            <a:noFill/>
          </a:ln>
        </p:spPr>
        <p:txBody>
          <a:bodyPr anchorCtr="0" anchor="t" bIns="0" lIns="0" spcFirstLastPara="1" rIns="0" wrap="square" tIns="0">
            <a:noAutofit/>
          </a:bodyPr>
          <a:lstStyle/>
          <a:p>
            <a:pPr indent="-474120" lvl="0" marL="609585" rtl="0" algn="l">
              <a:spcBef>
                <a:spcPts val="0"/>
              </a:spcBef>
              <a:spcAft>
                <a:spcPts val="0"/>
              </a:spcAft>
              <a:buClr>
                <a:schemeClr val="dk1"/>
              </a:buClr>
              <a:buSzPts val="2000"/>
              <a:buFont typeface="Arial"/>
              <a:buChar char="▸"/>
            </a:pPr>
            <a:r>
              <a:rPr lang="en-US" sz="2500"/>
              <a:t>Overlay of  Lane Lines on Original Image.</a:t>
            </a:r>
            <a:endParaRPr/>
          </a:p>
          <a:p>
            <a:pPr indent="-474120" lvl="0" marL="609585" rtl="0" algn="l">
              <a:spcBef>
                <a:spcPts val="0"/>
              </a:spcBef>
              <a:spcAft>
                <a:spcPts val="0"/>
              </a:spcAft>
              <a:buClr>
                <a:schemeClr val="dk1"/>
              </a:buClr>
              <a:buSzPts val="2000"/>
              <a:buFont typeface="Arial"/>
              <a:buChar char="▸"/>
            </a:pPr>
            <a:r>
              <a:rPr lang="en-US" sz="2500"/>
              <a:t>Final Step</a:t>
            </a:r>
            <a:endParaRPr/>
          </a:p>
          <a:p>
            <a:pPr indent="-474120" lvl="0" marL="609585" rtl="0" algn="l">
              <a:spcBef>
                <a:spcPts val="0"/>
              </a:spcBef>
              <a:spcAft>
                <a:spcPts val="0"/>
              </a:spcAft>
              <a:buClr>
                <a:schemeClr val="dk1"/>
              </a:buClr>
              <a:buSzPts val="2000"/>
              <a:buFont typeface="Arial"/>
              <a:buChar char="▸"/>
            </a:pPr>
            <a:r>
              <a:rPr lang="en-US" sz="2500"/>
              <a:t>edge_detection.py</a:t>
            </a:r>
            <a:endParaRPr/>
          </a:p>
          <a:p>
            <a:pPr indent="-474120" lvl="0" marL="609585" rtl="0" algn="l">
              <a:spcBef>
                <a:spcPts val="0"/>
              </a:spcBef>
              <a:spcAft>
                <a:spcPts val="0"/>
              </a:spcAft>
              <a:buClr>
                <a:schemeClr val="dk1"/>
              </a:buClr>
              <a:buSzPts val="2000"/>
              <a:buFont typeface="Arial"/>
              <a:buChar char="▸"/>
            </a:pPr>
            <a:r>
              <a:rPr lang="en-US" sz="2500"/>
              <a:t>lane.py</a:t>
            </a:r>
            <a:endParaRPr sz="2500"/>
          </a:p>
          <a:p>
            <a:pPr indent="-474120" lvl="0" marL="609585" rtl="0" algn="l">
              <a:spcBef>
                <a:spcPts val="0"/>
              </a:spcBef>
              <a:spcAft>
                <a:spcPts val="0"/>
              </a:spcAft>
              <a:buClr>
                <a:schemeClr val="dk1"/>
              </a:buClr>
              <a:buSzPts val="2000"/>
              <a:buFont typeface="Arial"/>
              <a:buChar char="▸"/>
            </a:pPr>
            <a:r>
              <a:rPr lang="en-US" sz="2500"/>
              <a:t>References</a:t>
            </a:r>
            <a:endParaRPr sz="2500"/>
          </a:p>
        </p:txBody>
      </p:sp>
      <p:sp>
        <p:nvSpPr>
          <p:cNvPr id="87" name="Google Shape;87;p2"/>
          <p:cNvSpPr txBox="1"/>
          <p:nvPr>
            <p:ph idx="12" type="sldNum"/>
          </p:nvPr>
        </p:nvSpPr>
        <p:spPr>
          <a:xfrm>
            <a:off x="11205845" y="6231535"/>
            <a:ext cx="731600" cy="5248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chemeClr val="dk1"/>
              </a:buClr>
              <a:buSzPts val="1800"/>
              <a:buFont typeface="Arial"/>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3"/>
          <p:cNvSpPr txBox="1"/>
          <p:nvPr>
            <p:ph type="title"/>
          </p:nvPr>
        </p:nvSpPr>
        <p:spPr>
          <a:xfrm>
            <a:off x="267142" y="573138"/>
            <a:ext cx="3691362" cy="528400"/>
          </a:xfrm>
          <a:prstGeom prst="rect">
            <a:avLst/>
          </a:prstGeom>
          <a:noFill/>
          <a:ln>
            <a:noFill/>
          </a:ln>
        </p:spPr>
        <p:txBody>
          <a:bodyPr anchorCtr="0" anchor="b" bIns="0" lIns="0" spcFirstLastPara="1" rIns="0" wrap="square" tIns="0">
            <a:noAutofit/>
          </a:bodyPr>
          <a:lstStyle/>
          <a:p>
            <a:pPr indent="0" lvl="0" marL="0" rtl="0" algn="ctr">
              <a:spcBef>
                <a:spcPts val="0"/>
              </a:spcBef>
              <a:spcAft>
                <a:spcPts val="0"/>
              </a:spcAft>
              <a:buClr>
                <a:srgbClr val="3F3F3F"/>
              </a:buClr>
              <a:buSzPts val="3600"/>
              <a:buFont typeface="Bebas Neue"/>
              <a:buNone/>
            </a:pPr>
            <a:r>
              <a:rPr lang="en-US">
                <a:solidFill>
                  <a:srgbClr val="3F3F3F"/>
                </a:solidFill>
                <a:latin typeface="Bebas Neue"/>
                <a:ea typeface="Bebas Neue"/>
                <a:cs typeface="Bebas Neue"/>
                <a:sym typeface="Bebas Neue"/>
              </a:rPr>
              <a:t>Objective</a:t>
            </a:r>
            <a:endParaRPr>
              <a:solidFill>
                <a:srgbClr val="3F3F3F"/>
              </a:solidFill>
              <a:latin typeface="Bebas Neue"/>
              <a:ea typeface="Bebas Neue"/>
              <a:cs typeface="Bebas Neue"/>
              <a:sym typeface="Bebas Neue"/>
            </a:endParaRPr>
          </a:p>
        </p:txBody>
      </p:sp>
      <p:sp>
        <p:nvSpPr>
          <p:cNvPr id="93" name="Google Shape;93;p3"/>
          <p:cNvSpPr txBox="1"/>
          <p:nvPr>
            <p:ph idx="1" type="body"/>
          </p:nvPr>
        </p:nvSpPr>
        <p:spPr>
          <a:xfrm>
            <a:off x="842235" y="1794604"/>
            <a:ext cx="6595201" cy="1314109"/>
          </a:xfrm>
          <a:prstGeom prst="rect">
            <a:avLst/>
          </a:prstGeom>
          <a:noFill/>
          <a:ln>
            <a:noFill/>
          </a:ln>
        </p:spPr>
        <p:txBody>
          <a:bodyPr anchorCtr="0" anchor="t" bIns="0" lIns="0" spcFirstLastPara="1" rIns="0" wrap="square" tIns="0">
            <a:noAutofit/>
          </a:bodyPr>
          <a:lstStyle/>
          <a:p>
            <a:pPr indent="-474120" lvl="0" marL="609585" rtl="0" algn="l">
              <a:spcBef>
                <a:spcPts val="0"/>
              </a:spcBef>
              <a:spcAft>
                <a:spcPts val="0"/>
              </a:spcAft>
              <a:buClr>
                <a:schemeClr val="dk1"/>
              </a:buClr>
              <a:buSzPts val="2000"/>
              <a:buFont typeface="Arial"/>
              <a:buChar char="▸"/>
            </a:pPr>
            <a:r>
              <a:rPr lang="en-US">
                <a:solidFill>
                  <a:schemeClr val="dk1"/>
                </a:solidFill>
              </a:rPr>
              <a:t>To detect lanes on a road in real time using the OpenCV computer vision library and Python.</a:t>
            </a:r>
            <a:endParaRPr/>
          </a:p>
          <a:p>
            <a:pPr indent="-347121" lvl="0" marL="609585" rtl="0" algn="l">
              <a:spcBef>
                <a:spcPts val="0"/>
              </a:spcBef>
              <a:spcAft>
                <a:spcPts val="0"/>
              </a:spcAft>
              <a:buClr>
                <a:schemeClr val="dk1"/>
              </a:buClr>
              <a:buSzPts val="2000"/>
              <a:buFont typeface="Arial"/>
              <a:buNone/>
            </a:pPr>
            <a:r>
              <a:t/>
            </a:r>
            <a:endParaRPr>
              <a:solidFill>
                <a:schemeClr val="dk1"/>
              </a:solidFill>
            </a:endParaRPr>
          </a:p>
        </p:txBody>
      </p:sp>
      <p:sp>
        <p:nvSpPr>
          <p:cNvPr id="94" name="Google Shape;94;p3"/>
          <p:cNvSpPr txBox="1"/>
          <p:nvPr>
            <p:ph idx="12" type="sldNum"/>
          </p:nvPr>
        </p:nvSpPr>
        <p:spPr>
          <a:xfrm>
            <a:off x="11205845" y="6231535"/>
            <a:ext cx="731600" cy="5248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chemeClr val="dk1"/>
              </a:buClr>
              <a:buSzPts val="1800"/>
              <a:buFont typeface="Arial"/>
              <a:buNone/>
            </a:pPr>
            <a:fld id="{00000000-1234-1234-1234-123412341234}" type="slidenum">
              <a:rPr lang="en-US"/>
              <a:t>‹#›</a:t>
            </a:fld>
            <a:endParaRPr/>
          </a:p>
        </p:txBody>
      </p:sp>
      <p:grpSp>
        <p:nvGrpSpPr>
          <p:cNvPr id="95" name="Google Shape;95;p3"/>
          <p:cNvGrpSpPr/>
          <p:nvPr/>
        </p:nvGrpSpPr>
        <p:grpSpPr>
          <a:xfrm>
            <a:off x="267142" y="460144"/>
            <a:ext cx="679039" cy="564901"/>
            <a:chOff x="1926350" y="995225"/>
            <a:chExt cx="428650" cy="356600"/>
          </a:xfrm>
        </p:grpSpPr>
        <p:sp>
          <p:nvSpPr>
            <p:cNvPr id="96" name="Google Shape;96;p3"/>
            <p:cNvSpPr/>
            <p:nvPr/>
          </p:nvSpPr>
          <p:spPr>
            <a:xfrm>
              <a:off x="1926350" y="1298075"/>
              <a:ext cx="208225" cy="53750"/>
            </a:xfrm>
            <a:custGeom>
              <a:rect b="b" l="l" r="r" t="t"/>
              <a:pathLst>
                <a:path extrusionOk="0" h="2150" w="8329">
                  <a:moveTo>
                    <a:pt x="0" y="0"/>
                  </a:moveTo>
                  <a:lnTo>
                    <a:pt x="0" y="489"/>
                  </a:lnTo>
                  <a:lnTo>
                    <a:pt x="25" y="635"/>
                  </a:lnTo>
                  <a:lnTo>
                    <a:pt x="74" y="758"/>
                  </a:lnTo>
                  <a:lnTo>
                    <a:pt x="147" y="855"/>
                  </a:lnTo>
                  <a:lnTo>
                    <a:pt x="245" y="953"/>
                  </a:lnTo>
                  <a:lnTo>
                    <a:pt x="391" y="1026"/>
                  </a:lnTo>
                  <a:lnTo>
                    <a:pt x="562" y="1051"/>
                  </a:lnTo>
                  <a:lnTo>
                    <a:pt x="733" y="1026"/>
                  </a:lnTo>
                  <a:lnTo>
                    <a:pt x="1295" y="855"/>
                  </a:lnTo>
                  <a:lnTo>
                    <a:pt x="1661" y="782"/>
                  </a:lnTo>
                  <a:lnTo>
                    <a:pt x="2076" y="684"/>
                  </a:lnTo>
                  <a:lnTo>
                    <a:pt x="2540" y="611"/>
                  </a:lnTo>
                  <a:lnTo>
                    <a:pt x="3029" y="562"/>
                  </a:lnTo>
                  <a:lnTo>
                    <a:pt x="3591" y="513"/>
                  </a:lnTo>
                  <a:lnTo>
                    <a:pt x="4177" y="489"/>
                  </a:lnTo>
                  <a:lnTo>
                    <a:pt x="4616" y="513"/>
                  </a:lnTo>
                  <a:lnTo>
                    <a:pt x="5032" y="538"/>
                  </a:lnTo>
                  <a:lnTo>
                    <a:pt x="5422" y="611"/>
                  </a:lnTo>
                  <a:lnTo>
                    <a:pt x="5789" y="684"/>
                  </a:lnTo>
                  <a:lnTo>
                    <a:pt x="6131" y="782"/>
                  </a:lnTo>
                  <a:lnTo>
                    <a:pt x="6448" y="880"/>
                  </a:lnTo>
                  <a:lnTo>
                    <a:pt x="6717" y="1002"/>
                  </a:lnTo>
                  <a:lnTo>
                    <a:pt x="6985" y="1124"/>
                  </a:lnTo>
                  <a:lnTo>
                    <a:pt x="7205" y="1246"/>
                  </a:lnTo>
                  <a:lnTo>
                    <a:pt x="7425" y="1393"/>
                  </a:lnTo>
                  <a:lnTo>
                    <a:pt x="7791" y="1661"/>
                  </a:lnTo>
                  <a:lnTo>
                    <a:pt x="8084" y="1930"/>
                  </a:lnTo>
                  <a:lnTo>
                    <a:pt x="8329" y="2150"/>
                  </a:lnTo>
                  <a:lnTo>
                    <a:pt x="8329" y="1661"/>
                  </a:lnTo>
                  <a:lnTo>
                    <a:pt x="8084" y="1441"/>
                  </a:lnTo>
                  <a:lnTo>
                    <a:pt x="7791" y="1173"/>
                  </a:lnTo>
                  <a:lnTo>
                    <a:pt x="7425" y="904"/>
                  </a:lnTo>
                  <a:lnTo>
                    <a:pt x="7205" y="758"/>
                  </a:lnTo>
                  <a:lnTo>
                    <a:pt x="6985" y="635"/>
                  </a:lnTo>
                  <a:lnTo>
                    <a:pt x="6717" y="513"/>
                  </a:lnTo>
                  <a:lnTo>
                    <a:pt x="6448" y="391"/>
                  </a:lnTo>
                  <a:lnTo>
                    <a:pt x="6131" y="294"/>
                  </a:lnTo>
                  <a:lnTo>
                    <a:pt x="5789" y="196"/>
                  </a:lnTo>
                  <a:lnTo>
                    <a:pt x="5422" y="123"/>
                  </a:lnTo>
                  <a:lnTo>
                    <a:pt x="5032" y="49"/>
                  </a:lnTo>
                  <a:lnTo>
                    <a:pt x="4616" y="25"/>
                  </a:lnTo>
                  <a:lnTo>
                    <a:pt x="4177" y="0"/>
                  </a:lnTo>
                  <a:lnTo>
                    <a:pt x="3591" y="25"/>
                  </a:lnTo>
                  <a:lnTo>
                    <a:pt x="3029" y="74"/>
                  </a:lnTo>
                  <a:lnTo>
                    <a:pt x="2540" y="123"/>
                  </a:lnTo>
                  <a:lnTo>
                    <a:pt x="2076" y="196"/>
                  </a:lnTo>
                  <a:lnTo>
                    <a:pt x="1661" y="294"/>
                  </a:lnTo>
                  <a:lnTo>
                    <a:pt x="1295" y="367"/>
                  </a:lnTo>
                  <a:lnTo>
                    <a:pt x="733" y="538"/>
                  </a:lnTo>
                  <a:lnTo>
                    <a:pt x="562" y="562"/>
                  </a:lnTo>
                  <a:lnTo>
                    <a:pt x="391" y="538"/>
                  </a:lnTo>
                  <a:lnTo>
                    <a:pt x="245" y="465"/>
                  </a:lnTo>
                  <a:lnTo>
                    <a:pt x="147" y="367"/>
                  </a:lnTo>
                  <a:lnTo>
                    <a:pt x="74" y="269"/>
                  </a:lnTo>
                  <a:lnTo>
                    <a:pt x="25" y="147"/>
                  </a:lnTo>
                  <a:lnTo>
                    <a:pt x="0" y="0"/>
                  </a:lnTo>
                  <a:close/>
                </a:path>
              </a:pathLst>
            </a:custGeom>
            <a:solidFill>
              <a:schemeClr val="lt1"/>
            </a:solidFill>
            <a:ln>
              <a:noFill/>
            </a:ln>
            <a:effectLst>
              <a:outerShdw blurRad="28575" rotWithShape="0" algn="bl" dir="2700000" dist="19050">
                <a:schemeClr val="dk1">
                  <a:alpha val="20000"/>
                </a:schemeClr>
              </a:outerShdw>
            </a:effectLst>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97" name="Google Shape;97;p3"/>
            <p:cNvSpPr/>
            <p:nvPr/>
          </p:nvSpPr>
          <p:spPr>
            <a:xfrm>
              <a:off x="2146775" y="1298075"/>
              <a:ext cx="208225" cy="53750"/>
            </a:xfrm>
            <a:custGeom>
              <a:rect b="b" l="l" r="r" t="t"/>
              <a:pathLst>
                <a:path extrusionOk="0" h="2150" w="8329">
                  <a:moveTo>
                    <a:pt x="4152" y="0"/>
                  </a:moveTo>
                  <a:lnTo>
                    <a:pt x="3712" y="25"/>
                  </a:lnTo>
                  <a:lnTo>
                    <a:pt x="3297" y="49"/>
                  </a:lnTo>
                  <a:lnTo>
                    <a:pt x="2907" y="123"/>
                  </a:lnTo>
                  <a:lnTo>
                    <a:pt x="2540" y="196"/>
                  </a:lnTo>
                  <a:lnTo>
                    <a:pt x="2198" y="294"/>
                  </a:lnTo>
                  <a:lnTo>
                    <a:pt x="1881" y="391"/>
                  </a:lnTo>
                  <a:lnTo>
                    <a:pt x="1612" y="513"/>
                  </a:lnTo>
                  <a:lnTo>
                    <a:pt x="1343" y="635"/>
                  </a:lnTo>
                  <a:lnTo>
                    <a:pt x="1124" y="758"/>
                  </a:lnTo>
                  <a:lnTo>
                    <a:pt x="904" y="904"/>
                  </a:lnTo>
                  <a:lnTo>
                    <a:pt x="537" y="1173"/>
                  </a:lnTo>
                  <a:lnTo>
                    <a:pt x="244" y="1441"/>
                  </a:lnTo>
                  <a:lnTo>
                    <a:pt x="0" y="1661"/>
                  </a:lnTo>
                  <a:lnTo>
                    <a:pt x="0" y="2150"/>
                  </a:lnTo>
                  <a:lnTo>
                    <a:pt x="244" y="1930"/>
                  </a:lnTo>
                  <a:lnTo>
                    <a:pt x="537" y="1661"/>
                  </a:lnTo>
                  <a:lnTo>
                    <a:pt x="904" y="1393"/>
                  </a:lnTo>
                  <a:lnTo>
                    <a:pt x="1124" y="1246"/>
                  </a:lnTo>
                  <a:lnTo>
                    <a:pt x="1343" y="1124"/>
                  </a:lnTo>
                  <a:lnTo>
                    <a:pt x="1612" y="1002"/>
                  </a:lnTo>
                  <a:lnTo>
                    <a:pt x="1881" y="880"/>
                  </a:lnTo>
                  <a:lnTo>
                    <a:pt x="2198" y="782"/>
                  </a:lnTo>
                  <a:lnTo>
                    <a:pt x="2540" y="684"/>
                  </a:lnTo>
                  <a:lnTo>
                    <a:pt x="2907" y="611"/>
                  </a:lnTo>
                  <a:lnTo>
                    <a:pt x="3297" y="538"/>
                  </a:lnTo>
                  <a:lnTo>
                    <a:pt x="3712" y="513"/>
                  </a:lnTo>
                  <a:lnTo>
                    <a:pt x="4152" y="489"/>
                  </a:lnTo>
                  <a:lnTo>
                    <a:pt x="4738" y="513"/>
                  </a:lnTo>
                  <a:lnTo>
                    <a:pt x="5300" y="562"/>
                  </a:lnTo>
                  <a:lnTo>
                    <a:pt x="5788" y="611"/>
                  </a:lnTo>
                  <a:lnTo>
                    <a:pt x="6252" y="684"/>
                  </a:lnTo>
                  <a:lnTo>
                    <a:pt x="6668" y="782"/>
                  </a:lnTo>
                  <a:lnTo>
                    <a:pt x="7034" y="855"/>
                  </a:lnTo>
                  <a:lnTo>
                    <a:pt x="7596" y="1026"/>
                  </a:lnTo>
                  <a:lnTo>
                    <a:pt x="7767" y="1051"/>
                  </a:lnTo>
                  <a:lnTo>
                    <a:pt x="7938" y="1026"/>
                  </a:lnTo>
                  <a:lnTo>
                    <a:pt x="8084" y="953"/>
                  </a:lnTo>
                  <a:lnTo>
                    <a:pt x="8182" y="855"/>
                  </a:lnTo>
                  <a:lnTo>
                    <a:pt x="8255" y="758"/>
                  </a:lnTo>
                  <a:lnTo>
                    <a:pt x="8304" y="635"/>
                  </a:lnTo>
                  <a:lnTo>
                    <a:pt x="8328" y="489"/>
                  </a:lnTo>
                  <a:lnTo>
                    <a:pt x="8328" y="0"/>
                  </a:lnTo>
                  <a:lnTo>
                    <a:pt x="8304" y="147"/>
                  </a:lnTo>
                  <a:lnTo>
                    <a:pt x="8255" y="269"/>
                  </a:lnTo>
                  <a:lnTo>
                    <a:pt x="8182" y="367"/>
                  </a:lnTo>
                  <a:lnTo>
                    <a:pt x="8084" y="465"/>
                  </a:lnTo>
                  <a:lnTo>
                    <a:pt x="7938" y="538"/>
                  </a:lnTo>
                  <a:lnTo>
                    <a:pt x="7767" y="562"/>
                  </a:lnTo>
                  <a:lnTo>
                    <a:pt x="7596" y="538"/>
                  </a:lnTo>
                  <a:lnTo>
                    <a:pt x="7034" y="367"/>
                  </a:lnTo>
                  <a:lnTo>
                    <a:pt x="6668" y="294"/>
                  </a:lnTo>
                  <a:lnTo>
                    <a:pt x="6252" y="196"/>
                  </a:lnTo>
                  <a:lnTo>
                    <a:pt x="5788" y="123"/>
                  </a:lnTo>
                  <a:lnTo>
                    <a:pt x="5300" y="74"/>
                  </a:lnTo>
                  <a:lnTo>
                    <a:pt x="4738" y="25"/>
                  </a:lnTo>
                  <a:lnTo>
                    <a:pt x="4152" y="0"/>
                  </a:lnTo>
                  <a:close/>
                </a:path>
              </a:pathLst>
            </a:custGeom>
            <a:solidFill>
              <a:schemeClr val="lt1"/>
            </a:solidFill>
            <a:ln>
              <a:noFill/>
            </a:ln>
            <a:effectLst>
              <a:outerShdw blurRad="28575" rotWithShape="0" algn="bl" dir="2700000" dist="19050">
                <a:schemeClr val="dk1">
                  <a:alpha val="20000"/>
                </a:schemeClr>
              </a:outerShdw>
            </a:effectLst>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98" name="Google Shape;98;p3"/>
            <p:cNvSpPr/>
            <p:nvPr/>
          </p:nvSpPr>
          <p:spPr>
            <a:xfrm>
              <a:off x="1926350" y="995225"/>
              <a:ext cx="208225" cy="332175"/>
            </a:xfrm>
            <a:custGeom>
              <a:rect b="b" l="l" r="r" t="t"/>
              <a:pathLst>
                <a:path extrusionOk="0" h="13287" w="8329">
                  <a:moveTo>
                    <a:pt x="4177" y="1"/>
                  </a:moveTo>
                  <a:lnTo>
                    <a:pt x="3591" y="25"/>
                  </a:lnTo>
                  <a:lnTo>
                    <a:pt x="3029" y="74"/>
                  </a:lnTo>
                  <a:lnTo>
                    <a:pt x="2467" y="196"/>
                  </a:lnTo>
                  <a:lnTo>
                    <a:pt x="1905" y="343"/>
                  </a:lnTo>
                  <a:lnTo>
                    <a:pt x="1393" y="538"/>
                  </a:lnTo>
                  <a:lnTo>
                    <a:pt x="929" y="758"/>
                  </a:lnTo>
                  <a:lnTo>
                    <a:pt x="513" y="978"/>
                  </a:lnTo>
                  <a:lnTo>
                    <a:pt x="342" y="1124"/>
                  </a:lnTo>
                  <a:lnTo>
                    <a:pt x="196" y="1246"/>
                  </a:lnTo>
                  <a:lnTo>
                    <a:pt x="123" y="1319"/>
                  </a:lnTo>
                  <a:lnTo>
                    <a:pt x="49" y="1442"/>
                  </a:lnTo>
                  <a:lnTo>
                    <a:pt x="25" y="1539"/>
                  </a:lnTo>
                  <a:lnTo>
                    <a:pt x="0" y="1661"/>
                  </a:lnTo>
                  <a:lnTo>
                    <a:pt x="0" y="11626"/>
                  </a:lnTo>
                  <a:lnTo>
                    <a:pt x="25" y="11773"/>
                  </a:lnTo>
                  <a:lnTo>
                    <a:pt x="74" y="11895"/>
                  </a:lnTo>
                  <a:lnTo>
                    <a:pt x="147" y="11992"/>
                  </a:lnTo>
                  <a:lnTo>
                    <a:pt x="245" y="12090"/>
                  </a:lnTo>
                  <a:lnTo>
                    <a:pt x="391" y="12163"/>
                  </a:lnTo>
                  <a:lnTo>
                    <a:pt x="562" y="12188"/>
                  </a:lnTo>
                  <a:lnTo>
                    <a:pt x="733" y="12163"/>
                  </a:lnTo>
                  <a:lnTo>
                    <a:pt x="1295" y="11992"/>
                  </a:lnTo>
                  <a:lnTo>
                    <a:pt x="1661" y="11919"/>
                  </a:lnTo>
                  <a:lnTo>
                    <a:pt x="2076" y="11821"/>
                  </a:lnTo>
                  <a:lnTo>
                    <a:pt x="2540" y="11748"/>
                  </a:lnTo>
                  <a:lnTo>
                    <a:pt x="3029" y="11699"/>
                  </a:lnTo>
                  <a:lnTo>
                    <a:pt x="3591" y="11650"/>
                  </a:lnTo>
                  <a:lnTo>
                    <a:pt x="4177" y="11626"/>
                  </a:lnTo>
                  <a:lnTo>
                    <a:pt x="4616" y="11650"/>
                  </a:lnTo>
                  <a:lnTo>
                    <a:pt x="5032" y="11675"/>
                  </a:lnTo>
                  <a:lnTo>
                    <a:pt x="5422" y="11748"/>
                  </a:lnTo>
                  <a:lnTo>
                    <a:pt x="5789" y="11821"/>
                  </a:lnTo>
                  <a:lnTo>
                    <a:pt x="6131" y="11919"/>
                  </a:lnTo>
                  <a:lnTo>
                    <a:pt x="6448" y="12017"/>
                  </a:lnTo>
                  <a:lnTo>
                    <a:pt x="6717" y="12139"/>
                  </a:lnTo>
                  <a:lnTo>
                    <a:pt x="6985" y="12261"/>
                  </a:lnTo>
                  <a:lnTo>
                    <a:pt x="7205" y="12383"/>
                  </a:lnTo>
                  <a:lnTo>
                    <a:pt x="7425" y="12530"/>
                  </a:lnTo>
                  <a:lnTo>
                    <a:pt x="7791" y="12798"/>
                  </a:lnTo>
                  <a:lnTo>
                    <a:pt x="8084" y="13067"/>
                  </a:lnTo>
                  <a:lnTo>
                    <a:pt x="8329" y="13287"/>
                  </a:lnTo>
                  <a:lnTo>
                    <a:pt x="8329" y="2199"/>
                  </a:lnTo>
                  <a:lnTo>
                    <a:pt x="8329" y="2101"/>
                  </a:lnTo>
                  <a:lnTo>
                    <a:pt x="8280" y="1979"/>
                  </a:lnTo>
                  <a:lnTo>
                    <a:pt x="8231" y="1881"/>
                  </a:lnTo>
                  <a:lnTo>
                    <a:pt x="8158" y="1808"/>
                  </a:lnTo>
                  <a:lnTo>
                    <a:pt x="8036" y="1686"/>
                  </a:lnTo>
                  <a:lnTo>
                    <a:pt x="7767" y="1442"/>
                  </a:lnTo>
                  <a:lnTo>
                    <a:pt x="7449" y="1173"/>
                  </a:lnTo>
                  <a:lnTo>
                    <a:pt x="7083" y="904"/>
                  </a:lnTo>
                  <a:lnTo>
                    <a:pt x="6644" y="611"/>
                  </a:lnTo>
                  <a:lnTo>
                    <a:pt x="6375" y="489"/>
                  </a:lnTo>
                  <a:lnTo>
                    <a:pt x="6131" y="367"/>
                  </a:lnTo>
                  <a:lnTo>
                    <a:pt x="5838" y="269"/>
                  </a:lnTo>
                  <a:lnTo>
                    <a:pt x="5544" y="172"/>
                  </a:lnTo>
                  <a:lnTo>
                    <a:pt x="5227" y="98"/>
                  </a:lnTo>
                  <a:lnTo>
                    <a:pt x="4885" y="49"/>
                  </a:lnTo>
                  <a:lnTo>
                    <a:pt x="4543" y="1"/>
                  </a:lnTo>
                  <a:close/>
                </a:path>
              </a:pathLst>
            </a:custGeom>
            <a:solidFill>
              <a:schemeClr val="lt1"/>
            </a:solidFill>
            <a:ln>
              <a:noFill/>
            </a:ln>
            <a:effectLst>
              <a:outerShdw blurRad="28575" rotWithShape="0" algn="bl" dir="2700000" dist="19050">
                <a:schemeClr val="dk1">
                  <a:alpha val="20000"/>
                </a:schemeClr>
              </a:outerShdw>
            </a:effectLst>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99" name="Google Shape;99;p3"/>
            <p:cNvSpPr/>
            <p:nvPr/>
          </p:nvSpPr>
          <p:spPr>
            <a:xfrm>
              <a:off x="2146775" y="995225"/>
              <a:ext cx="208225" cy="332175"/>
            </a:xfrm>
            <a:custGeom>
              <a:rect b="b" l="l" r="r" t="t"/>
              <a:pathLst>
                <a:path extrusionOk="0" h="13287" w="8329">
                  <a:moveTo>
                    <a:pt x="3786" y="1"/>
                  </a:moveTo>
                  <a:lnTo>
                    <a:pt x="3444" y="49"/>
                  </a:lnTo>
                  <a:lnTo>
                    <a:pt x="3102" y="98"/>
                  </a:lnTo>
                  <a:lnTo>
                    <a:pt x="2784" y="172"/>
                  </a:lnTo>
                  <a:lnTo>
                    <a:pt x="2491" y="269"/>
                  </a:lnTo>
                  <a:lnTo>
                    <a:pt x="2198" y="367"/>
                  </a:lnTo>
                  <a:lnTo>
                    <a:pt x="1954" y="489"/>
                  </a:lnTo>
                  <a:lnTo>
                    <a:pt x="1685" y="611"/>
                  </a:lnTo>
                  <a:lnTo>
                    <a:pt x="1246" y="904"/>
                  </a:lnTo>
                  <a:lnTo>
                    <a:pt x="879" y="1173"/>
                  </a:lnTo>
                  <a:lnTo>
                    <a:pt x="562" y="1442"/>
                  </a:lnTo>
                  <a:lnTo>
                    <a:pt x="293" y="1686"/>
                  </a:lnTo>
                  <a:lnTo>
                    <a:pt x="171" y="1808"/>
                  </a:lnTo>
                  <a:lnTo>
                    <a:pt x="98" y="1881"/>
                  </a:lnTo>
                  <a:lnTo>
                    <a:pt x="49" y="1979"/>
                  </a:lnTo>
                  <a:lnTo>
                    <a:pt x="0" y="2101"/>
                  </a:lnTo>
                  <a:lnTo>
                    <a:pt x="0" y="2199"/>
                  </a:lnTo>
                  <a:lnTo>
                    <a:pt x="0" y="13287"/>
                  </a:lnTo>
                  <a:lnTo>
                    <a:pt x="244" y="13067"/>
                  </a:lnTo>
                  <a:lnTo>
                    <a:pt x="537" y="12798"/>
                  </a:lnTo>
                  <a:lnTo>
                    <a:pt x="904" y="12530"/>
                  </a:lnTo>
                  <a:lnTo>
                    <a:pt x="1124" y="12383"/>
                  </a:lnTo>
                  <a:lnTo>
                    <a:pt x="1343" y="12261"/>
                  </a:lnTo>
                  <a:lnTo>
                    <a:pt x="1612" y="12139"/>
                  </a:lnTo>
                  <a:lnTo>
                    <a:pt x="1881" y="12017"/>
                  </a:lnTo>
                  <a:lnTo>
                    <a:pt x="2198" y="11919"/>
                  </a:lnTo>
                  <a:lnTo>
                    <a:pt x="2540" y="11821"/>
                  </a:lnTo>
                  <a:lnTo>
                    <a:pt x="2907" y="11748"/>
                  </a:lnTo>
                  <a:lnTo>
                    <a:pt x="3297" y="11675"/>
                  </a:lnTo>
                  <a:lnTo>
                    <a:pt x="3712" y="11650"/>
                  </a:lnTo>
                  <a:lnTo>
                    <a:pt x="4152" y="11626"/>
                  </a:lnTo>
                  <a:lnTo>
                    <a:pt x="4738" y="11650"/>
                  </a:lnTo>
                  <a:lnTo>
                    <a:pt x="5300" y="11699"/>
                  </a:lnTo>
                  <a:lnTo>
                    <a:pt x="5788" y="11748"/>
                  </a:lnTo>
                  <a:lnTo>
                    <a:pt x="6252" y="11821"/>
                  </a:lnTo>
                  <a:lnTo>
                    <a:pt x="6668" y="11919"/>
                  </a:lnTo>
                  <a:lnTo>
                    <a:pt x="7034" y="11992"/>
                  </a:lnTo>
                  <a:lnTo>
                    <a:pt x="7596" y="12163"/>
                  </a:lnTo>
                  <a:lnTo>
                    <a:pt x="7767" y="12188"/>
                  </a:lnTo>
                  <a:lnTo>
                    <a:pt x="7938" y="12163"/>
                  </a:lnTo>
                  <a:lnTo>
                    <a:pt x="8084" y="12090"/>
                  </a:lnTo>
                  <a:lnTo>
                    <a:pt x="8182" y="11992"/>
                  </a:lnTo>
                  <a:lnTo>
                    <a:pt x="8255" y="11895"/>
                  </a:lnTo>
                  <a:lnTo>
                    <a:pt x="8304" y="11773"/>
                  </a:lnTo>
                  <a:lnTo>
                    <a:pt x="8328" y="11626"/>
                  </a:lnTo>
                  <a:lnTo>
                    <a:pt x="8328" y="1661"/>
                  </a:lnTo>
                  <a:lnTo>
                    <a:pt x="8304" y="1539"/>
                  </a:lnTo>
                  <a:lnTo>
                    <a:pt x="8280" y="1442"/>
                  </a:lnTo>
                  <a:lnTo>
                    <a:pt x="8206" y="1319"/>
                  </a:lnTo>
                  <a:lnTo>
                    <a:pt x="8133" y="1246"/>
                  </a:lnTo>
                  <a:lnTo>
                    <a:pt x="7987" y="1124"/>
                  </a:lnTo>
                  <a:lnTo>
                    <a:pt x="7816" y="978"/>
                  </a:lnTo>
                  <a:lnTo>
                    <a:pt x="7400" y="758"/>
                  </a:lnTo>
                  <a:lnTo>
                    <a:pt x="6936" y="538"/>
                  </a:lnTo>
                  <a:lnTo>
                    <a:pt x="6423" y="343"/>
                  </a:lnTo>
                  <a:lnTo>
                    <a:pt x="5862" y="196"/>
                  </a:lnTo>
                  <a:lnTo>
                    <a:pt x="5300" y="74"/>
                  </a:lnTo>
                  <a:lnTo>
                    <a:pt x="4738" y="25"/>
                  </a:lnTo>
                  <a:lnTo>
                    <a:pt x="4152" y="1"/>
                  </a:lnTo>
                  <a:close/>
                </a:path>
              </a:pathLst>
            </a:custGeom>
            <a:solidFill>
              <a:schemeClr val="lt1"/>
            </a:solidFill>
            <a:ln>
              <a:noFill/>
            </a:ln>
            <a:effectLst>
              <a:outerShdw blurRad="28575" rotWithShape="0" algn="bl" dir="2700000" dist="19050">
                <a:schemeClr val="dk1">
                  <a:alpha val="20000"/>
                </a:schemeClr>
              </a:outerShdw>
            </a:effectLst>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grpSp>
      <p:sp>
        <p:nvSpPr>
          <p:cNvPr id="100" name="Google Shape;100;p3"/>
          <p:cNvSpPr txBox="1"/>
          <p:nvPr>
            <p:ph idx="2" type="body"/>
          </p:nvPr>
        </p:nvSpPr>
        <p:spPr>
          <a:xfrm>
            <a:off x="4239479" y="4297569"/>
            <a:ext cx="7185389" cy="1613133"/>
          </a:xfrm>
          <a:prstGeom prst="rect">
            <a:avLst/>
          </a:prstGeom>
          <a:noFill/>
          <a:ln>
            <a:noFill/>
          </a:ln>
        </p:spPr>
        <p:txBody>
          <a:bodyPr anchorCtr="0" anchor="t" bIns="0" lIns="0" spcFirstLastPara="1" rIns="0" wrap="square" tIns="0">
            <a:noAutofit/>
          </a:bodyPr>
          <a:lstStyle/>
          <a:p>
            <a:pPr indent="-474120" lvl="0" marL="609585" rtl="0" algn="l">
              <a:spcBef>
                <a:spcPts val="0"/>
              </a:spcBef>
              <a:spcAft>
                <a:spcPts val="0"/>
              </a:spcAft>
              <a:buClr>
                <a:schemeClr val="dk1"/>
              </a:buClr>
              <a:buSzPts val="2000"/>
              <a:buFont typeface="Arial"/>
              <a:buChar char="▸"/>
            </a:pPr>
            <a:r>
              <a:rPr lang="en-US">
                <a:solidFill>
                  <a:schemeClr val="dk1"/>
                </a:solidFill>
              </a:rPr>
              <a:t>To build (from scratch) an application that can automatically detect lanes in a video stream from a front-facing camera mounted on a car.</a:t>
            </a:r>
            <a:endParaRPr>
              <a:solidFill>
                <a:schemeClr val="dk1"/>
              </a:solidFill>
            </a:endParaRPr>
          </a:p>
        </p:txBody>
      </p:sp>
      <p:pic>
        <p:nvPicPr>
          <p:cNvPr descr="original_lane_detection_5" id="101" name="Google Shape;101;p3"/>
          <p:cNvPicPr preferRelativeResize="0"/>
          <p:nvPr/>
        </p:nvPicPr>
        <p:blipFill rotWithShape="1">
          <a:blip r:embed="rId3">
            <a:alphaModFix/>
          </a:blip>
          <a:srcRect b="0" l="0" r="0" t="0"/>
          <a:stretch/>
        </p:blipFill>
        <p:spPr>
          <a:xfrm>
            <a:off x="7832173" y="1048406"/>
            <a:ext cx="4065445" cy="2290201"/>
          </a:xfrm>
          <a:prstGeom prst="rect">
            <a:avLst/>
          </a:prstGeom>
          <a:noFill/>
          <a:ln>
            <a:noFill/>
          </a:ln>
        </p:spPr>
      </p:pic>
      <p:pic>
        <p:nvPicPr>
          <p:cNvPr id="102" name="Google Shape;102;p3"/>
          <p:cNvPicPr preferRelativeResize="0"/>
          <p:nvPr/>
        </p:nvPicPr>
        <p:blipFill rotWithShape="1">
          <a:blip r:embed="rId4">
            <a:alphaModFix/>
          </a:blip>
          <a:srcRect b="0" l="0" r="0" t="0"/>
          <a:stretch/>
        </p:blipFill>
        <p:spPr>
          <a:xfrm>
            <a:off x="229042" y="3531235"/>
            <a:ext cx="4010437" cy="2602773"/>
          </a:xfrm>
          <a:prstGeom prst="rect">
            <a:avLst/>
          </a:prstGeom>
          <a:noFill/>
          <a:ln>
            <a:noFill/>
          </a:ln>
        </p:spPr>
      </p:pic>
      <p:pic>
        <p:nvPicPr>
          <p:cNvPr id="103" name="Google Shape;103;p3"/>
          <p:cNvPicPr preferRelativeResize="0"/>
          <p:nvPr/>
        </p:nvPicPr>
        <p:blipFill rotWithShape="1">
          <a:blip r:embed="rId5">
            <a:alphaModFix/>
          </a:blip>
          <a:srcRect b="0" l="0" r="0" t="0"/>
          <a:stretch/>
        </p:blipFill>
        <p:spPr>
          <a:xfrm>
            <a:off x="8801992" y="3469423"/>
            <a:ext cx="225554" cy="225554"/>
          </a:xfrm>
          <a:prstGeom prst="rect">
            <a:avLst/>
          </a:prstGeom>
          <a:noFill/>
          <a:ln>
            <a:noFill/>
          </a:ln>
        </p:spPr>
      </p:pic>
      <p:sp>
        <p:nvSpPr>
          <p:cNvPr id="104" name="Google Shape;104;p3"/>
          <p:cNvSpPr/>
          <p:nvPr/>
        </p:nvSpPr>
        <p:spPr>
          <a:xfrm>
            <a:off x="9027546" y="3448756"/>
            <a:ext cx="2290618" cy="2462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000">
                <a:solidFill>
                  <a:srgbClr val="434343"/>
                </a:solidFill>
                <a:latin typeface="Catamaran"/>
                <a:ea typeface="Catamaran"/>
                <a:cs typeface="Catamaran"/>
                <a:sym typeface="Catamaran"/>
              </a:rPr>
              <a:t>Fig: </a:t>
            </a:r>
            <a:r>
              <a:rPr lang="en-US" sz="1000">
                <a:solidFill>
                  <a:srgbClr val="434343"/>
                </a:solidFill>
                <a:latin typeface="Catamaran"/>
                <a:ea typeface="Catamaran"/>
                <a:cs typeface="Catamaran"/>
                <a:sym typeface="Catamaran"/>
              </a:rPr>
              <a:t>Open Highway on a clear day.</a:t>
            </a:r>
            <a:endParaRPr sz="1000">
              <a:solidFill>
                <a:schemeClr val="dk1"/>
              </a:solidFill>
              <a:latin typeface="Arial"/>
              <a:ea typeface="Arial"/>
              <a:cs typeface="Arial"/>
              <a:sym typeface="Arial"/>
            </a:endParaRPr>
          </a:p>
        </p:txBody>
      </p:sp>
      <p:pic>
        <p:nvPicPr>
          <p:cNvPr id="105" name="Google Shape;105;p3"/>
          <p:cNvPicPr preferRelativeResize="0"/>
          <p:nvPr/>
        </p:nvPicPr>
        <p:blipFill rotWithShape="1">
          <a:blip r:embed="rId5">
            <a:alphaModFix/>
          </a:blip>
          <a:srcRect b="0" l="0" r="0" t="0"/>
          <a:stretch/>
        </p:blipFill>
        <p:spPr>
          <a:xfrm>
            <a:off x="946181" y="6202343"/>
            <a:ext cx="225554" cy="225554"/>
          </a:xfrm>
          <a:prstGeom prst="rect">
            <a:avLst/>
          </a:prstGeom>
          <a:noFill/>
          <a:ln>
            <a:noFill/>
          </a:ln>
        </p:spPr>
      </p:pic>
      <p:sp>
        <p:nvSpPr>
          <p:cNvPr id="106" name="Google Shape;106;p3"/>
          <p:cNvSpPr/>
          <p:nvPr/>
        </p:nvSpPr>
        <p:spPr>
          <a:xfrm>
            <a:off x="1171735" y="6181676"/>
            <a:ext cx="2290618" cy="2462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000">
                <a:solidFill>
                  <a:srgbClr val="434343"/>
                </a:solidFill>
                <a:latin typeface="Catamaran"/>
                <a:ea typeface="Catamaran"/>
                <a:cs typeface="Catamaran"/>
                <a:sym typeface="Catamaran"/>
              </a:rPr>
              <a:t>Fig: </a:t>
            </a:r>
            <a:r>
              <a:rPr lang="en-US" sz="1000">
                <a:solidFill>
                  <a:srgbClr val="434343"/>
                </a:solidFill>
                <a:latin typeface="Catamaran"/>
                <a:ea typeface="Catamaran"/>
                <a:cs typeface="Catamaran"/>
                <a:sym typeface="Catamaran"/>
              </a:rPr>
              <a:t>Sub-urban road on a cloudy day.</a:t>
            </a:r>
            <a:endParaRPr sz="1000">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4"/>
          <p:cNvSpPr txBox="1"/>
          <p:nvPr>
            <p:ph type="title"/>
          </p:nvPr>
        </p:nvSpPr>
        <p:spPr>
          <a:xfrm>
            <a:off x="1131200" y="568559"/>
            <a:ext cx="3061632" cy="5284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Clr>
                <a:srgbClr val="3F3F3F"/>
              </a:buClr>
              <a:buSzPts val="3600"/>
              <a:buFont typeface="Bebas Neue"/>
              <a:buNone/>
            </a:pPr>
            <a:r>
              <a:rPr lang="en-US">
                <a:solidFill>
                  <a:srgbClr val="3F3F3F"/>
                </a:solidFill>
                <a:latin typeface="Bebas Neue"/>
                <a:ea typeface="Bebas Neue"/>
                <a:cs typeface="Bebas Neue"/>
                <a:sym typeface="Bebas Neue"/>
              </a:rPr>
              <a:t>Libraries used</a:t>
            </a:r>
            <a:endParaRPr>
              <a:solidFill>
                <a:srgbClr val="3F3F3F"/>
              </a:solidFill>
              <a:latin typeface="Bebas Neue"/>
              <a:ea typeface="Bebas Neue"/>
              <a:cs typeface="Bebas Neue"/>
              <a:sym typeface="Bebas Neue"/>
            </a:endParaRPr>
          </a:p>
        </p:txBody>
      </p:sp>
      <p:sp>
        <p:nvSpPr>
          <p:cNvPr id="112" name="Google Shape;112;p4"/>
          <p:cNvSpPr txBox="1"/>
          <p:nvPr>
            <p:ph idx="2" type="body"/>
          </p:nvPr>
        </p:nvSpPr>
        <p:spPr>
          <a:xfrm>
            <a:off x="4192832" y="3245201"/>
            <a:ext cx="7576400" cy="4654268"/>
          </a:xfrm>
          <a:prstGeom prst="rect">
            <a:avLst/>
          </a:prstGeom>
          <a:noFill/>
          <a:ln>
            <a:noFill/>
          </a:ln>
        </p:spPr>
        <p:txBody>
          <a:bodyPr anchorCtr="0" anchor="t" bIns="0" lIns="0" spcFirstLastPara="1" rIns="0" wrap="square" tIns="0">
            <a:noAutofit/>
          </a:bodyPr>
          <a:lstStyle/>
          <a:p>
            <a:pPr indent="-380990" lvl="0" marL="380990" rtl="0" algn="l">
              <a:spcBef>
                <a:spcPts val="1067"/>
              </a:spcBef>
              <a:spcAft>
                <a:spcPts val="0"/>
              </a:spcAft>
              <a:buClr>
                <a:schemeClr val="dk1"/>
              </a:buClr>
              <a:buSzPts val="1100"/>
              <a:buFont typeface="Noto Sans Symbols"/>
              <a:buChar char="⮚"/>
            </a:pPr>
            <a:r>
              <a:rPr b="1" lang="en-US" sz="2133"/>
              <a:t>NumPy</a:t>
            </a:r>
            <a:r>
              <a:rPr lang="en-US" sz="2133"/>
              <a:t> is the fundamental package for scientific computing in Python. It is a Python library that provides a multidimensional array object.</a:t>
            </a:r>
            <a:endParaRPr/>
          </a:p>
          <a:p>
            <a:pPr indent="-380990" lvl="0" marL="380990" rtl="0" algn="l">
              <a:spcBef>
                <a:spcPts val="2134"/>
              </a:spcBef>
              <a:spcAft>
                <a:spcPts val="1067"/>
              </a:spcAft>
              <a:buClr>
                <a:schemeClr val="dk1"/>
              </a:buClr>
              <a:buSzPts val="1100"/>
              <a:buFont typeface="Noto Sans Symbols"/>
              <a:buChar char="⮚"/>
            </a:pPr>
            <a:r>
              <a:rPr b="1" lang="en-US" sz="2133"/>
              <a:t>Matplotlib</a:t>
            </a:r>
            <a:r>
              <a:rPr lang="en-US" sz="2133"/>
              <a:t> is a cross-platform, data visualization and graphical plotting library for Python and its numerical extension NumPy. As such, it offers a viable open source alternative to MATLAB.</a:t>
            </a:r>
            <a:endParaRPr sz="2133"/>
          </a:p>
        </p:txBody>
      </p:sp>
      <p:sp>
        <p:nvSpPr>
          <p:cNvPr id="113" name="Google Shape;113;p4"/>
          <p:cNvSpPr txBox="1"/>
          <p:nvPr>
            <p:ph idx="1" type="body"/>
          </p:nvPr>
        </p:nvSpPr>
        <p:spPr>
          <a:xfrm>
            <a:off x="422769" y="1314267"/>
            <a:ext cx="9330831" cy="1844360"/>
          </a:xfrm>
          <a:prstGeom prst="rect">
            <a:avLst/>
          </a:prstGeom>
          <a:noFill/>
          <a:ln>
            <a:noFill/>
          </a:ln>
        </p:spPr>
        <p:txBody>
          <a:bodyPr anchorCtr="0" anchor="t" bIns="0" lIns="0" spcFirstLastPara="1" rIns="0" wrap="square" tIns="0">
            <a:noAutofit/>
          </a:bodyPr>
          <a:lstStyle/>
          <a:p>
            <a:pPr indent="-380990" lvl="0" marL="380990" rtl="0" algn="l">
              <a:spcBef>
                <a:spcPts val="0"/>
              </a:spcBef>
              <a:spcAft>
                <a:spcPts val="0"/>
              </a:spcAft>
              <a:buClr>
                <a:schemeClr val="dk1"/>
              </a:buClr>
              <a:buSzPts val="1100"/>
              <a:buFont typeface="Noto Sans Symbols"/>
              <a:buChar char="⮚"/>
            </a:pPr>
            <a:r>
              <a:rPr b="1" lang="en-US" sz="2133"/>
              <a:t>Computer vision</a:t>
            </a:r>
            <a:r>
              <a:rPr lang="en-US" sz="2133"/>
              <a:t> is a process by which we can understand the images and videos how they are stored and how we can manipulate and retrieve data from them.</a:t>
            </a:r>
            <a:endParaRPr/>
          </a:p>
          <a:p>
            <a:pPr indent="-380990" lvl="0" marL="380990" rtl="0" algn="l">
              <a:spcBef>
                <a:spcPts val="0"/>
              </a:spcBef>
              <a:spcAft>
                <a:spcPts val="0"/>
              </a:spcAft>
              <a:buClr>
                <a:schemeClr val="dk1"/>
              </a:buClr>
              <a:buSzPts val="1100"/>
              <a:buFont typeface="Noto Sans Symbols"/>
              <a:buChar char="⮚"/>
            </a:pPr>
            <a:r>
              <a:rPr b="1" lang="en-US" sz="2133"/>
              <a:t>OpenCV</a:t>
            </a:r>
            <a:r>
              <a:rPr lang="en-US" sz="2133"/>
              <a:t> is the huge open-source library for the computer vision, machine learning, and image processing </a:t>
            </a:r>
            <a:endParaRPr sz="2133"/>
          </a:p>
        </p:txBody>
      </p:sp>
      <p:sp>
        <p:nvSpPr>
          <p:cNvPr id="114" name="Google Shape;114;p4"/>
          <p:cNvSpPr txBox="1"/>
          <p:nvPr>
            <p:ph idx="12" type="sldNum"/>
          </p:nvPr>
        </p:nvSpPr>
        <p:spPr>
          <a:xfrm>
            <a:off x="11205845" y="6231535"/>
            <a:ext cx="731600" cy="5248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chemeClr val="dk1"/>
              </a:buClr>
              <a:buSzPts val="1800"/>
              <a:buFont typeface="Arial"/>
              <a:buNone/>
            </a:pPr>
            <a:fld id="{00000000-1234-1234-1234-123412341234}" type="slidenum">
              <a:rPr lang="en-US"/>
              <a:t>‹#›</a:t>
            </a:fld>
            <a:endParaRPr/>
          </a:p>
        </p:txBody>
      </p:sp>
      <p:grpSp>
        <p:nvGrpSpPr>
          <p:cNvPr id="115" name="Google Shape;115;p4"/>
          <p:cNvGrpSpPr/>
          <p:nvPr/>
        </p:nvGrpSpPr>
        <p:grpSpPr>
          <a:xfrm>
            <a:off x="257842" y="435684"/>
            <a:ext cx="679039" cy="564901"/>
            <a:chOff x="1926350" y="995225"/>
            <a:chExt cx="428650" cy="356600"/>
          </a:xfrm>
        </p:grpSpPr>
        <p:sp>
          <p:nvSpPr>
            <p:cNvPr id="116" name="Google Shape;116;p4"/>
            <p:cNvSpPr/>
            <p:nvPr/>
          </p:nvSpPr>
          <p:spPr>
            <a:xfrm>
              <a:off x="1926350" y="1298075"/>
              <a:ext cx="208225" cy="53750"/>
            </a:xfrm>
            <a:custGeom>
              <a:rect b="b" l="l" r="r" t="t"/>
              <a:pathLst>
                <a:path extrusionOk="0" h="2150" w="8329">
                  <a:moveTo>
                    <a:pt x="0" y="0"/>
                  </a:moveTo>
                  <a:lnTo>
                    <a:pt x="0" y="489"/>
                  </a:lnTo>
                  <a:lnTo>
                    <a:pt x="25" y="635"/>
                  </a:lnTo>
                  <a:lnTo>
                    <a:pt x="74" y="758"/>
                  </a:lnTo>
                  <a:lnTo>
                    <a:pt x="147" y="855"/>
                  </a:lnTo>
                  <a:lnTo>
                    <a:pt x="245" y="953"/>
                  </a:lnTo>
                  <a:lnTo>
                    <a:pt x="391" y="1026"/>
                  </a:lnTo>
                  <a:lnTo>
                    <a:pt x="562" y="1051"/>
                  </a:lnTo>
                  <a:lnTo>
                    <a:pt x="733" y="1026"/>
                  </a:lnTo>
                  <a:lnTo>
                    <a:pt x="1295" y="855"/>
                  </a:lnTo>
                  <a:lnTo>
                    <a:pt x="1661" y="782"/>
                  </a:lnTo>
                  <a:lnTo>
                    <a:pt x="2076" y="684"/>
                  </a:lnTo>
                  <a:lnTo>
                    <a:pt x="2540" y="611"/>
                  </a:lnTo>
                  <a:lnTo>
                    <a:pt x="3029" y="562"/>
                  </a:lnTo>
                  <a:lnTo>
                    <a:pt x="3591" y="513"/>
                  </a:lnTo>
                  <a:lnTo>
                    <a:pt x="4177" y="489"/>
                  </a:lnTo>
                  <a:lnTo>
                    <a:pt x="4616" y="513"/>
                  </a:lnTo>
                  <a:lnTo>
                    <a:pt x="5032" y="538"/>
                  </a:lnTo>
                  <a:lnTo>
                    <a:pt x="5422" y="611"/>
                  </a:lnTo>
                  <a:lnTo>
                    <a:pt x="5789" y="684"/>
                  </a:lnTo>
                  <a:lnTo>
                    <a:pt x="6131" y="782"/>
                  </a:lnTo>
                  <a:lnTo>
                    <a:pt x="6448" y="880"/>
                  </a:lnTo>
                  <a:lnTo>
                    <a:pt x="6717" y="1002"/>
                  </a:lnTo>
                  <a:lnTo>
                    <a:pt x="6985" y="1124"/>
                  </a:lnTo>
                  <a:lnTo>
                    <a:pt x="7205" y="1246"/>
                  </a:lnTo>
                  <a:lnTo>
                    <a:pt x="7425" y="1393"/>
                  </a:lnTo>
                  <a:lnTo>
                    <a:pt x="7791" y="1661"/>
                  </a:lnTo>
                  <a:lnTo>
                    <a:pt x="8084" y="1930"/>
                  </a:lnTo>
                  <a:lnTo>
                    <a:pt x="8329" y="2150"/>
                  </a:lnTo>
                  <a:lnTo>
                    <a:pt x="8329" y="1661"/>
                  </a:lnTo>
                  <a:lnTo>
                    <a:pt x="8084" y="1441"/>
                  </a:lnTo>
                  <a:lnTo>
                    <a:pt x="7791" y="1173"/>
                  </a:lnTo>
                  <a:lnTo>
                    <a:pt x="7425" y="904"/>
                  </a:lnTo>
                  <a:lnTo>
                    <a:pt x="7205" y="758"/>
                  </a:lnTo>
                  <a:lnTo>
                    <a:pt x="6985" y="635"/>
                  </a:lnTo>
                  <a:lnTo>
                    <a:pt x="6717" y="513"/>
                  </a:lnTo>
                  <a:lnTo>
                    <a:pt x="6448" y="391"/>
                  </a:lnTo>
                  <a:lnTo>
                    <a:pt x="6131" y="294"/>
                  </a:lnTo>
                  <a:lnTo>
                    <a:pt x="5789" y="196"/>
                  </a:lnTo>
                  <a:lnTo>
                    <a:pt x="5422" y="123"/>
                  </a:lnTo>
                  <a:lnTo>
                    <a:pt x="5032" y="49"/>
                  </a:lnTo>
                  <a:lnTo>
                    <a:pt x="4616" y="25"/>
                  </a:lnTo>
                  <a:lnTo>
                    <a:pt x="4177" y="0"/>
                  </a:lnTo>
                  <a:lnTo>
                    <a:pt x="3591" y="25"/>
                  </a:lnTo>
                  <a:lnTo>
                    <a:pt x="3029" y="74"/>
                  </a:lnTo>
                  <a:lnTo>
                    <a:pt x="2540" y="123"/>
                  </a:lnTo>
                  <a:lnTo>
                    <a:pt x="2076" y="196"/>
                  </a:lnTo>
                  <a:lnTo>
                    <a:pt x="1661" y="294"/>
                  </a:lnTo>
                  <a:lnTo>
                    <a:pt x="1295" y="367"/>
                  </a:lnTo>
                  <a:lnTo>
                    <a:pt x="733" y="538"/>
                  </a:lnTo>
                  <a:lnTo>
                    <a:pt x="562" y="562"/>
                  </a:lnTo>
                  <a:lnTo>
                    <a:pt x="391" y="538"/>
                  </a:lnTo>
                  <a:lnTo>
                    <a:pt x="245" y="465"/>
                  </a:lnTo>
                  <a:lnTo>
                    <a:pt x="147" y="367"/>
                  </a:lnTo>
                  <a:lnTo>
                    <a:pt x="74" y="269"/>
                  </a:lnTo>
                  <a:lnTo>
                    <a:pt x="25" y="147"/>
                  </a:lnTo>
                  <a:lnTo>
                    <a:pt x="0" y="0"/>
                  </a:lnTo>
                  <a:close/>
                </a:path>
              </a:pathLst>
            </a:custGeom>
            <a:solidFill>
              <a:schemeClr val="lt1"/>
            </a:solidFill>
            <a:ln>
              <a:noFill/>
            </a:ln>
            <a:effectLst>
              <a:outerShdw blurRad="28575" rotWithShape="0" algn="bl" dir="2700000" dist="19050">
                <a:schemeClr val="dk1">
                  <a:alpha val="20000"/>
                </a:schemeClr>
              </a:outerShdw>
            </a:effectLst>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117" name="Google Shape;117;p4"/>
            <p:cNvSpPr/>
            <p:nvPr/>
          </p:nvSpPr>
          <p:spPr>
            <a:xfrm>
              <a:off x="2146775" y="1298075"/>
              <a:ext cx="208225" cy="53750"/>
            </a:xfrm>
            <a:custGeom>
              <a:rect b="b" l="l" r="r" t="t"/>
              <a:pathLst>
                <a:path extrusionOk="0" h="2150" w="8329">
                  <a:moveTo>
                    <a:pt x="4152" y="0"/>
                  </a:moveTo>
                  <a:lnTo>
                    <a:pt x="3712" y="25"/>
                  </a:lnTo>
                  <a:lnTo>
                    <a:pt x="3297" y="49"/>
                  </a:lnTo>
                  <a:lnTo>
                    <a:pt x="2907" y="123"/>
                  </a:lnTo>
                  <a:lnTo>
                    <a:pt x="2540" y="196"/>
                  </a:lnTo>
                  <a:lnTo>
                    <a:pt x="2198" y="294"/>
                  </a:lnTo>
                  <a:lnTo>
                    <a:pt x="1881" y="391"/>
                  </a:lnTo>
                  <a:lnTo>
                    <a:pt x="1612" y="513"/>
                  </a:lnTo>
                  <a:lnTo>
                    <a:pt x="1343" y="635"/>
                  </a:lnTo>
                  <a:lnTo>
                    <a:pt x="1124" y="758"/>
                  </a:lnTo>
                  <a:lnTo>
                    <a:pt x="904" y="904"/>
                  </a:lnTo>
                  <a:lnTo>
                    <a:pt x="537" y="1173"/>
                  </a:lnTo>
                  <a:lnTo>
                    <a:pt x="244" y="1441"/>
                  </a:lnTo>
                  <a:lnTo>
                    <a:pt x="0" y="1661"/>
                  </a:lnTo>
                  <a:lnTo>
                    <a:pt x="0" y="2150"/>
                  </a:lnTo>
                  <a:lnTo>
                    <a:pt x="244" y="1930"/>
                  </a:lnTo>
                  <a:lnTo>
                    <a:pt x="537" y="1661"/>
                  </a:lnTo>
                  <a:lnTo>
                    <a:pt x="904" y="1393"/>
                  </a:lnTo>
                  <a:lnTo>
                    <a:pt x="1124" y="1246"/>
                  </a:lnTo>
                  <a:lnTo>
                    <a:pt x="1343" y="1124"/>
                  </a:lnTo>
                  <a:lnTo>
                    <a:pt x="1612" y="1002"/>
                  </a:lnTo>
                  <a:lnTo>
                    <a:pt x="1881" y="880"/>
                  </a:lnTo>
                  <a:lnTo>
                    <a:pt x="2198" y="782"/>
                  </a:lnTo>
                  <a:lnTo>
                    <a:pt x="2540" y="684"/>
                  </a:lnTo>
                  <a:lnTo>
                    <a:pt x="2907" y="611"/>
                  </a:lnTo>
                  <a:lnTo>
                    <a:pt x="3297" y="538"/>
                  </a:lnTo>
                  <a:lnTo>
                    <a:pt x="3712" y="513"/>
                  </a:lnTo>
                  <a:lnTo>
                    <a:pt x="4152" y="489"/>
                  </a:lnTo>
                  <a:lnTo>
                    <a:pt x="4738" y="513"/>
                  </a:lnTo>
                  <a:lnTo>
                    <a:pt x="5300" y="562"/>
                  </a:lnTo>
                  <a:lnTo>
                    <a:pt x="5788" y="611"/>
                  </a:lnTo>
                  <a:lnTo>
                    <a:pt x="6252" y="684"/>
                  </a:lnTo>
                  <a:lnTo>
                    <a:pt x="6668" y="782"/>
                  </a:lnTo>
                  <a:lnTo>
                    <a:pt x="7034" y="855"/>
                  </a:lnTo>
                  <a:lnTo>
                    <a:pt x="7596" y="1026"/>
                  </a:lnTo>
                  <a:lnTo>
                    <a:pt x="7767" y="1051"/>
                  </a:lnTo>
                  <a:lnTo>
                    <a:pt x="7938" y="1026"/>
                  </a:lnTo>
                  <a:lnTo>
                    <a:pt x="8084" y="953"/>
                  </a:lnTo>
                  <a:lnTo>
                    <a:pt x="8182" y="855"/>
                  </a:lnTo>
                  <a:lnTo>
                    <a:pt x="8255" y="758"/>
                  </a:lnTo>
                  <a:lnTo>
                    <a:pt x="8304" y="635"/>
                  </a:lnTo>
                  <a:lnTo>
                    <a:pt x="8328" y="489"/>
                  </a:lnTo>
                  <a:lnTo>
                    <a:pt x="8328" y="0"/>
                  </a:lnTo>
                  <a:lnTo>
                    <a:pt x="8304" y="147"/>
                  </a:lnTo>
                  <a:lnTo>
                    <a:pt x="8255" y="269"/>
                  </a:lnTo>
                  <a:lnTo>
                    <a:pt x="8182" y="367"/>
                  </a:lnTo>
                  <a:lnTo>
                    <a:pt x="8084" y="465"/>
                  </a:lnTo>
                  <a:lnTo>
                    <a:pt x="7938" y="538"/>
                  </a:lnTo>
                  <a:lnTo>
                    <a:pt x="7767" y="562"/>
                  </a:lnTo>
                  <a:lnTo>
                    <a:pt x="7596" y="538"/>
                  </a:lnTo>
                  <a:lnTo>
                    <a:pt x="7034" y="367"/>
                  </a:lnTo>
                  <a:lnTo>
                    <a:pt x="6668" y="294"/>
                  </a:lnTo>
                  <a:lnTo>
                    <a:pt x="6252" y="196"/>
                  </a:lnTo>
                  <a:lnTo>
                    <a:pt x="5788" y="123"/>
                  </a:lnTo>
                  <a:lnTo>
                    <a:pt x="5300" y="74"/>
                  </a:lnTo>
                  <a:lnTo>
                    <a:pt x="4738" y="25"/>
                  </a:lnTo>
                  <a:lnTo>
                    <a:pt x="4152" y="0"/>
                  </a:lnTo>
                  <a:close/>
                </a:path>
              </a:pathLst>
            </a:custGeom>
            <a:solidFill>
              <a:schemeClr val="lt1"/>
            </a:solidFill>
            <a:ln>
              <a:noFill/>
            </a:ln>
            <a:effectLst>
              <a:outerShdw blurRad="28575" rotWithShape="0" algn="bl" dir="2700000" dist="19050">
                <a:schemeClr val="dk1">
                  <a:alpha val="20000"/>
                </a:schemeClr>
              </a:outerShdw>
            </a:effectLst>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118" name="Google Shape;118;p4"/>
            <p:cNvSpPr/>
            <p:nvPr/>
          </p:nvSpPr>
          <p:spPr>
            <a:xfrm>
              <a:off x="1926350" y="995225"/>
              <a:ext cx="208225" cy="332175"/>
            </a:xfrm>
            <a:custGeom>
              <a:rect b="b" l="l" r="r" t="t"/>
              <a:pathLst>
                <a:path extrusionOk="0" h="13287" w="8329">
                  <a:moveTo>
                    <a:pt x="4177" y="1"/>
                  </a:moveTo>
                  <a:lnTo>
                    <a:pt x="3591" y="25"/>
                  </a:lnTo>
                  <a:lnTo>
                    <a:pt x="3029" y="74"/>
                  </a:lnTo>
                  <a:lnTo>
                    <a:pt x="2467" y="196"/>
                  </a:lnTo>
                  <a:lnTo>
                    <a:pt x="1905" y="343"/>
                  </a:lnTo>
                  <a:lnTo>
                    <a:pt x="1393" y="538"/>
                  </a:lnTo>
                  <a:lnTo>
                    <a:pt x="929" y="758"/>
                  </a:lnTo>
                  <a:lnTo>
                    <a:pt x="513" y="978"/>
                  </a:lnTo>
                  <a:lnTo>
                    <a:pt x="342" y="1124"/>
                  </a:lnTo>
                  <a:lnTo>
                    <a:pt x="196" y="1246"/>
                  </a:lnTo>
                  <a:lnTo>
                    <a:pt x="123" y="1319"/>
                  </a:lnTo>
                  <a:lnTo>
                    <a:pt x="49" y="1442"/>
                  </a:lnTo>
                  <a:lnTo>
                    <a:pt x="25" y="1539"/>
                  </a:lnTo>
                  <a:lnTo>
                    <a:pt x="0" y="1661"/>
                  </a:lnTo>
                  <a:lnTo>
                    <a:pt x="0" y="11626"/>
                  </a:lnTo>
                  <a:lnTo>
                    <a:pt x="25" y="11773"/>
                  </a:lnTo>
                  <a:lnTo>
                    <a:pt x="74" y="11895"/>
                  </a:lnTo>
                  <a:lnTo>
                    <a:pt x="147" y="11992"/>
                  </a:lnTo>
                  <a:lnTo>
                    <a:pt x="245" y="12090"/>
                  </a:lnTo>
                  <a:lnTo>
                    <a:pt x="391" y="12163"/>
                  </a:lnTo>
                  <a:lnTo>
                    <a:pt x="562" y="12188"/>
                  </a:lnTo>
                  <a:lnTo>
                    <a:pt x="733" y="12163"/>
                  </a:lnTo>
                  <a:lnTo>
                    <a:pt x="1295" y="11992"/>
                  </a:lnTo>
                  <a:lnTo>
                    <a:pt x="1661" y="11919"/>
                  </a:lnTo>
                  <a:lnTo>
                    <a:pt x="2076" y="11821"/>
                  </a:lnTo>
                  <a:lnTo>
                    <a:pt x="2540" y="11748"/>
                  </a:lnTo>
                  <a:lnTo>
                    <a:pt x="3029" y="11699"/>
                  </a:lnTo>
                  <a:lnTo>
                    <a:pt x="3591" y="11650"/>
                  </a:lnTo>
                  <a:lnTo>
                    <a:pt x="4177" y="11626"/>
                  </a:lnTo>
                  <a:lnTo>
                    <a:pt x="4616" y="11650"/>
                  </a:lnTo>
                  <a:lnTo>
                    <a:pt x="5032" y="11675"/>
                  </a:lnTo>
                  <a:lnTo>
                    <a:pt x="5422" y="11748"/>
                  </a:lnTo>
                  <a:lnTo>
                    <a:pt x="5789" y="11821"/>
                  </a:lnTo>
                  <a:lnTo>
                    <a:pt x="6131" y="11919"/>
                  </a:lnTo>
                  <a:lnTo>
                    <a:pt x="6448" y="12017"/>
                  </a:lnTo>
                  <a:lnTo>
                    <a:pt x="6717" y="12139"/>
                  </a:lnTo>
                  <a:lnTo>
                    <a:pt x="6985" y="12261"/>
                  </a:lnTo>
                  <a:lnTo>
                    <a:pt x="7205" y="12383"/>
                  </a:lnTo>
                  <a:lnTo>
                    <a:pt x="7425" y="12530"/>
                  </a:lnTo>
                  <a:lnTo>
                    <a:pt x="7791" y="12798"/>
                  </a:lnTo>
                  <a:lnTo>
                    <a:pt x="8084" y="13067"/>
                  </a:lnTo>
                  <a:lnTo>
                    <a:pt x="8329" y="13287"/>
                  </a:lnTo>
                  <a:lnTo>
                    <a:pt x="8329" y="2199"/>
                  </a:lnTo>
                  <a:lnTo>
                    <a:pt x="8329" y="2101"/>
                  </a:lnTo>
                  <a:lnTo>
                    <a:pt x="8280" y="1979"/>
                  </a:lnTo>
                  <a:lnTo>
                    <a:pt x="8231" y="1881"/>
                  </a:lnTo>
                  <a:lnTo>
                    <a:pt x="8158" y="1808"/>
                  </a:lnTo>
                  <a:lnTo>
                    <a:pt x="8036" y="1686"/>
                  </a:lnTo>
                  <a:lnTo>
                    <a:pt x="7767" y="1442"/>
                  </a:lnTo>
                  <a:lnTo>
                    <a:pt x="7449" y="1173"/>
                  </a:lnTo>
                  <a:lnTo>
                    <a:pt x="7083" y="904"/>
                  </a:lnTo>
                  <a:lnTo>
                    <a:pt x="6644" y="611"/>
                  </a:lnTo>
                  <a:lnTo>
                    <a:pt x="6375" y="489"/>
                  </a:lnTo>
                  <a:lnTo>
                    <a:pt x="6131" y="367"/>
                  </a:lnTo>
                  <a:lnTo>
                    <a:pt x="5838" y="269"/>
                  </a:lnTo>
                  <a:lnTo>
                    <a:pt x="5544" y="172"/>
                  </a:lnTo>
                  <a:lnTo>
                    <a:pt x="5227" y="98"/>
                  </a:lnTo>
                  <a:lnTo>
                    <a:pt x="4885" y="49"/>
                  </a:lnTo>
                  <a:lnTo>
                    <a:pt x="4543" y="1"/>
                  </a:lnTo>
                  <a:close/>
                </a:path>
              </a:pathLst>
            </a:custGeom>
            <a:solidFill>
              <a:schemeClr val="lt1"/>
            </a:solidFill>
            <a:ln>
              <a:noFill/>
            </a:ln>
            <a:effectLst>
              <a:outerShdw blurRad="28575" rotWithShape="0" algn="bl" dir="2700000" dist="19050">
                <a:schemeClr val="dk1">
                  <a:alpha val="20000"/>
                </a:schemeClr>
              </a:outerShdw>
            </a:effectLst>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119" name="Google Shape;119;p4"/>
            <p:cNvSpPr/>
            <p:nvPr/>
          </p:nvSpPr>
          <p:spPr>
            <a:xfrm>
              <a:off x="2146775" y="995225"/>
              <a:ext cx="208225" cy="332175"/>
            </a:xfrm>
            <a:custGeom>
              <a:rect b="b" l="l" r="r" t="t"/>
              <a:pathLst>
                <a:path extrusionOk="0" h="13287" w="8329">
                  <a:moveTo>
                    <a:pt x="3786" y="1"/>
                  </a:moveTo>
                  <a:lnTo>
                    <a:pt x="3444" y="49"/>
                  </a:lnTo>
                  <a:lnTo>
                    <a:pt x="3102" y="98"/>
                  </a:lnTo>
                  <a:lnTo>
                    <a:pt x="2784" y="172"/>
                  </a:lnTo>
                  <a:lnTo>
                    <a:pt x="2491" y="269"/>
                  </a:lnTo>
                  <a:lnTo>
                    <a:pt x="2198" y="367"/>
                  </a:lnTo>
                  <a:lnTo>
                    <a:pt x="1954" y="489"/>
                  </a:lnTo>
                  <a:lnTo>
                    <a:pt x="1685" y="611"/>
                  </a:lnTo>
                  <a:lnTo>
                    <a:pt x="1246" y="904"/>
                  </a:lnTo>
                  <a:lnTo>
                    <a:pt x="879" y="1173"/>
                  </a:lnTo>
                  <a:lnTo>
                    <a:pt x="562" y="1442"/>
                  </a:lnTo>
                  <a:lnTo>
                    <a:pt x="293" y="1686"/>
                  </a:lnTo>
                  <a:lnTo>
                    <a:pt x="171" y="1808"/>
                  </a:lnTo>
                  <a:lnTo>
                    <a:pt x="98" y="1881"/>
                  </a:lnTo>
                  <a:lnTo>
                    <a:pt x="49" y="1979"/>
                  </a:lnTo>
                  <a:lnTo>
                    <a:pt x="0" y="2101"/>
                  </a:lnTo>
                  <a:lnTo>
                    <a:pt x="0" y="2199"/>
                  </a:lnTo>
                  <a:lnTo>
                    <a:pt x="0" y="13287"/>
                  </a:lnTo>
                  <a:lnTo>
                    <a:pt x="244" y="13067"/>
                  </a:lnTo>
                  <a:lnTo>
                    <a:pt x="537" y="12798"/>
                  </a:lnTo>
                  <a:lnTo>
                    <a:pt x="904" y="12530"/>
                  </a:lnTo>
                  <a:lnTo>
                    <a:pt x="1124" y="12383"/>
                  </a:lnTo>
                  <a:lnTo>
                    <a:pt x="1343" y="12261"/>
                  </a:lnTo>
                  <a:lnTo>
                    <a:pt x="1612" y="12139"/>
                  </a:lnTo>
                  <a:lnTo>
                    <a:pt x="1881" y="12017"/>
                  </a:lnTo>
                  <a:lnTo>
                    <a:pt x="2198" y="11919"/>
                  </a:lnTo>
                  <a:lnTo>
                    <a:pt x="2540" y="11821"/>
                  </a:lnTo>
                  <a:lnTo>
                    <a:pt x="2907" y="11748"/>
                  </a:lnTo>
                  <a:lnTo>
                    <a:pt x="3297" y="11675"/>
                  </a:lnTo>
                  <a:lnTo>
                    <a:pt x="3712" y="11650"/>
                  </a:lnTo>
                  <a:lnTo>
                    <a:pt x="4152" y="11626"/>
                  </a:lnTo>
                  <a:lnTo>
                    <a:pt x="4738" y="11650"/>
                  </a:lnTo>
                  <a:lnTo>
                    <a:pt x="5300" y="11699"/>
                  </a:lnTo>
                  <a:lnTo>
                    <a:pt x="5788" y="11748"/>
                  </a:lnTo>
                  <a:lnTo>
                    <a:pt x="6252" y="11821"/>
                  </a:lnTo>
                  <a:lnTo>
                    <a:pt x="6668" y="11919"/>
                  </a:lnTo>
                  <a:lnTo>
                    <a:pt x="7034" y="11992"/>
                  </a:lnTo>
                  <a:lnTo>
                    <a:pt x="7596" y="12163"/>
                  </a:lnTo>
                  <a:lnTo>
                    <a:pt x="7767" y="12188"/>
                  </a:lnTo>
                  <a:lnTo>
                    <a:pt x="7938" y="12163"/>
                  </a:lnTo>
                  <a:lnTo>
                    <a:pt x="8084" y="12090"/>
                  </a:lnTo>
                  <a:lnTo>
                    <a:pt x="8182" y="11992"/>
                  </a:lnTo>
                  <a:lnTo>
                    <a:pt x="8255" y="11895"/>
                  </a:lnTo>
                  <a:lnTo>
                    <a:pt x="8304" y="11773"/>
                  </a:lnTo>
                  <a:lnTo>
                    <a:pt x="8328" y="11626"/>
                  </a:lnTo>
                  <a:lnTo>
                    <a:pt x="8328" y="1661"/>
                  </a:lnTo>
                  <a:lnTo>
                    <a:pt x="8304" y="1539"/>
                  </a:lnTo>
                  <a:lnTo>
                    <a:pt x="8280" y="1442"/>
                  </a:lnTo>
                  <a:lnTo>
                    <a:pt x="8206" y="1319"/>
                  </a:lnTo>
                  <a:lnTo>
                    <a:pt x="8133" y="1246"/>
                  </a:lnTo>
                  <a:lnTo>
                    <a:pt x="7987" y="1124"/>
                  </a:lnTo>
                  <a:lnTo>
                    <a:pt x="7816" y="978"/>
                  </a:lnTo>
                  <a:lnTo>
                    <a:pt x="7400" y="758"/>
                  </a:lnTo>
                  <a:lnTo>
                    <a:pt x="6936" y="538"/>
                  </a:lnTo>
                  <a:lnTo>
                    <a:pt x="6423" y="343"/>
                  </a:lnTo>
                  <a:lnTo>
                    <a:pt x="5862" y="196"/>
                  </a:lnTo>
                  <a:lnTo>
                    <a:pt x="5300" y="74"/>
                  </a:lnTo>
                  <a:lnTo>
                    <a:pt x="4738" y="25"/>
                  </a:lnTo>
                  <a:lnTo>
                    <a:pt x="4152" y="1"/>
                  </a:lnTo>
                  <a:close/>
                </a:path>
              </a:pathLst>
            </a:custGeom>
            <a:solidFill>
              <a:schemeClr val="lt1"/>
            </a:solidFill>
            <a:ln>
              <a:noFill/>
            </a:ln>
            <a:effectLst>
              <a:outerShdw blurRad="28575" rotWithShape="0" algn="bl" dir="2700000" dist="19050">
                <a:schemeClr val="dk1">
                  <a:alpha val="20000"/>
                </a:schemeClr>
              </a:outerShdw>
            </a:effectLst>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grpSp>
      <p:pic>
        <p:nvPicPr>
          <p:cNvPr descr="upload.wikimedia.org/wikipedia/commons/thumb/0/..." id="120" name="Google Shape;120;p4"/>
          <p:cNvPicPr preferRelativeResize="0"/>
          <p:nvPr/>
        </p:nvPicPr>
        <p:blipFill rotWithShape="1">
          <a:blip r:embed="rId3">
            <a:alphaModFix/>
          </a:blip>
          <a:srcRect b="0" l="0" r="0" t="0"/>
          <a:stretch/>
        </p:blipFill>
        <p:spPr>
          <a:xfrm>
            <a:off x="1400532" y="4840400"/>
            <a:ext cx="1463867" cy="1463867"/>
          </a:xfrm>
          <a:prstGeom prst="rect">
            <a:avLst/>
          </a:prstGeom>
          <a:noFill/>
          <a:ln>
            <a:noFill/>
          </a:ln>
        </p:spPr>
      </p:pic>
      <p:pic>
        <p:nvPicPr>
          <p:cNvPr descr="OpenCV - Wikipedia" id="121" name="Google Shape;121;p4"/>
          <p:cNvPicPr preferRelativeResize="0"/>
          <p:nvPr/>
        </p:nvPicPr>
        <p:blipFill rotWithShape="1">
          <a:blip r:embed="rId4">
            <a:alphaModFix/>
          </a:blip>
          <a:srcRect b="0" l="0" r="0" t="0"/>
          <a:stretch/>
        </p:blipFill>
        <p:spPr>
          <a:xfrm>
            <a:off x="10180279" y="1105524"/>
            <a:ext cx="1331396" cy="1639837"/>
          </a:xfrm>
          <a:prstGeom prst="rect">
            <a:avLst/>
          </a:prstGeom>
          <a:noFill/>
          <a:ln>
            <a:noFill/>
          </a:ln>
        </p:spPr>
      </p:pic>
      <p:pic>
        <p:nvPicPr>
          <p:cNvPr id="122" name="Google Shape;122;p4"/>
          <p:cNvPicPr preferRelativeResize="0"/>
          <p:nvPr/>
        </p:nvPicPr>
        <p:blipFill rotWithShape="1">
          <a:blip r:embed="rId5">
            <a:alphaModFix/>
          </a:blip>
          <a:srcRect b="0" l="0" r="0" t="0"/>
          <a:stretch/>
        </p:blipFill>
        <p:spPr>
          <a:xfrm>
            <a:off x="1527124" y="3245200"/>
            <a:ext cx="1218328" cy="1218328"/>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5"/>
          <p:cNvSpPr txBox="1"/>
          <p:nvPr>
            <p:ph type="title"/>
          </p:nvPr>
        </p:nvSpPr>
        <p:spPr>
          <a:xfrm>
            <a:off x="276788" y="640589"/>
            <a:ext cx="3444425" cy="528400"/>
          </a:xfrm>
          <a:prstGeom prst="rect">
            <a:avLst/>
          </a:prstGeom>
          <a:noFill/>
          <a:ln>
            <a:noFill/>
          </a:ln>
        </p:spPr>
        <p:txBody>
          <a:bodyPr anchorCtr="0" anchor="b" bIns="0" lIns="0" spcFirstLastPara="1" rIns="0" wrap="square" tIns="0">
            <a:noAutofit/>
          </a:bodyPr>
          <a:lstStyle/>
          <a:p>
            <a:pPr indent="0" lvl="0" marL="0" rtl="0" algn="ctr">
              <a:spcBef>
                <a:spcPts val="0"/>
              </a:spcBef>
              <a:spcAft>
                <a:spcPts val="0"/>
              </a:spcAft>
              <a:buClr>
                <a:srgbClr val="3F3F3F"/>
              </a:buClr>
              <a:buSzPts val="3600"/>
              <a:buFont typeface="Bebas Neue"/>
              <a:buNone/>
            </a:pPr>
            <a:r>
              <a:rPr lang="en-US">
                <a:solidFill>
                  <a:srgbClr val="3F3F3F"/>
                </a:solidFill>
                <a:latin typeface="Bebas Neue"/>
                <a:ea typeface="Bebas Neue"/>
                <a:cs typeface="Bebas Neue"/>
                <a:sym typeface="Bebas Neue"/>
              </a:rPr>
              <a:t>Work flow</a:t>
            </a:r>
            <a:endParaRPr>
              <a:solidFill>
                <a:srgbClr val="3F3F3F"/>
              </a:solidFill>
              <a:latin typeface="Bebas Neue"/>
              <a:ea typeface="Bebas Neue"/>
              <a:cs typeface="Bebas Neue"/>
              <a:sym typeface="Bebas Neue"/>
            </a:endParaRPr>
          </a:p>
        </p:txBody>
      </p:sp>
      <p:sp>
        <p:nvSpPr>
          <p:cNvPr id="128" name="Google Shape;128;p5"/>
          <p:cNvSpPr txBox="1"/>
          <p:nvPr>
            <p:ph idx="1" type="body"/>
          </p:nvPr>
        </p:nvSpPr>
        <p:spPr>
          <a:xfrm>
            <a:off x="4171219" y="602910"/>
            <a:ext cx="7874033" cy="2265933"/>
          </a:xfrm>
          <a:prstGeom prst="rect">
            <a:avLst/>
          </a:prstGeom>
          <a:noFill/>
          <a:ln>
            <a:noFill/>
          </a:ln>
        </p:spPr>
        <p:txBody>
          <a:bodyPr anchorCtr="0" anchor="t" bIns="0" lIns="0" spcFirstLastPara="1" rIns="0" wrap="square" tIns="0">
            <a:noAutofit/>
          </a:bodyPr>
          <a:lstStyle/>
          <a:p>
            <a:pPr indent="-474120" lvl="0" marL="609585" rtl="0" algn="l">
              <a:spcBef>
                <a:spcPts val="0"/>
              </a:spcBef>
              <a:spcAft>
                <a:spcPts val="0"/>
              </a:spcAft>
              <a:buClr>
                <a:schemeClr val="dk1"/>
              </a:buClr>
              <a:buSzPts val="2000"/>
              <a:buFont typeface="Arial"/>
              <a:buChar char="▸"/>
            </a:pPr>
            <a:r>
              <a:rPr b="1" lang="en-US" sz="1800"/>
              <a:t>edge_detection.py</a:t>
            </a:r>
            <a:r>
              <a:rPr lang="en-US" sz="1800"/>
              <a:t> will be a collection of methods that helps isolate lane line edges and lane lines. </a:t>
            </a:r>
            <a:endParaRPr/>
          </a:p>
          <a:p>
            <a:pPr indent="-474120" lvl="0" marL="609585" rtl="0" algn="l">
              <a:spcBef>
                <a:spcPts val="0"/>
              </a:spcBef>
              <a:spcAft>
                <a:spcPts val="0"/>
              </a:spcAft>
              <a:buClr>
                <a:schemeClr val="dk1"/>
              </a:buClr>
              <a:buSzPts val="2000"/>
              <a:buFont typeface="Arial"/>
              <a:buChar char="▸"/>
            </a:pPr>
            <a:r>
              <a:rPr b="1" lang="en-US" sz="1800"/>
              <a:t>lane.py</a:t>
            </a:r>
            <a:r>
              <a:rPr lang="en-US" sz="1800"/>
              <a:t> is where we will implement a Lane class that represents a lane on a road or highway.</a:t>
            </a:r>
            <a:endParaRPr/>
          </a:p>
          <a:p>
            <a:pPr indent="-347121" lvl="0" marL="609585" rtl="0" algn="l">
              <a:spcBef>
                <a:spcPts val="0"/>
              </a:spcBef>
              <a:spcAft>
                <a:spcPts val="0"/>
              </a:spcAft>
              <a:buClr>
                <a:schemeClr val="dk1"/>
              </a:buClr>
              <a:buSzPts val="2000"/>
              <a:buFont typeface="Arial"/>
              <a:buNone/>
            </a:pPr>
            <a:r>
              <a:t/>
            </a:r>
            <a:endParaRPr u="sng"/>
          </a:p>
        </p:txBody>
      </p:sp>
      <p:sp>
        <p:nvSpPr>
          <p:cNvPr id="129" name="Google Shape;129;p5"/>
          <p:cNvSpPr txBox="1"/>
          <p:nvPr>
            <p:ph idx="12" type="sldNum"/>
          </p:nvPr>
        </p:nvSpPr>
        <p:spPr>
          <a:xfrm>
            <a:off x="11205845" y="6231535"/>
            <a:ext cx="731600" cy="5248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chemeClr val="dk1"/>
              </a:buClr>
              <a:buSzPts val="1800"/>
              <a:buFont typeface="Arial"/>
              <a:buNone/>
            </a:pPr>
            <a:fld id="{00000000-1234-1234-1234-123412341234}" type="slidenum">
              <a:rPr lang="en-US"/>
              <a:t>‹#›</a:t>
            </a:fld>
            <a:endParaRPr/>
          </a:p>
        </p:txBody>
      </p:sp>
      <p:sp>
        <p:nvSpPr>
          <p:cNvPr id="130" name="Google Shape;130;p5"/>
          <p:cNvSpPr txBox="1"/>
          <p:nvPr/>
        </p:nvSpPr>
        <p:spPr>
          <a:xfrm>
            <a:off x="166953" y="2417932"/>
            <a:ext cx="2793232" cy="528400"/>
          </a:xfrm>
          <a:prstGeom prst="rect">
            <a:avLst/>
          </a:prstGeom>
          <a:noFill/>
          <a:ln>
            <a:noFill/>
          </a:ln>
        </p:spPr>
        <p:txBody>
          <a:bodyPr anchorCtr="0" anchor="b" bIns="0" lIns="0" spcFirstLastPara="1" rIns="0" wrap="square" tIns="0">
            <a:noAutofit/>
          </a:bodyPr>
          <a:lstStyle/>
          <a:p>
            <a:pPr indent="0" lvl="0" marL="0" marR="0" rtl="0" algn="l">
              <a:lnSpc>
                <a:spcPct val="90000"/>
              </a:lnSpc>
              <a:spcBef>
                <a:spcPts val="0"/>
              </a:spcBef>
              <a:spcAft>
                <a:spcPts val="0"/>
              </a:spcAft>
              <a:buClr>
                <a:schemeClr val="dk1"/>
              </a:buClr>
              <a:buSzPts val="3600"/>
              <a:buFont typeface="Bebas Neue"/>
              <a:buNone/>
            </a:pPr>
            <a:r>
              <a:rPr b="0" i="0" lang="en-US" sz="2667" u="none" cap="none" strike="noStrike">
                <a:solidFill>
                  <a:srgbClr val="3F3F3F"/>
                </a:solidFill>
                <a:latin typeface="Bebas Neue"/>
                <a:ea typeface="Bebas Neue"/>
                <a:cs typeface="Bebas Neue"/>
                <a:sym typeface="Bebas Neue"/>
              </a:rPr>
              <a:t>Procedure</a:t>
            </a:r>
            <a:r>
              <a:rPr b="0" i="0" lang="en-US" sz="4267" u="none" cap="none" strike="noStrike">
                <a:solidFill>
                  <a:srgbClr val="3F3F3F"/>
                </a:solidFill>
                <a:latin typeface="Bebas Neue"/>
                <a:ea typeface="Bebas Neue"/>
                <a:cs typeface="Bebas Neue"/>
                <a:sym typeface="Bebas Neue"/>
              </a:rPr>
              <a:t>:</a:t>
            </a:r>
            <a:endParaRPr/>
          </a:p>
        </p:txBody>
      </p:sp>
      <p:sp>
        <p:nvSpPr>
          <p:cNvPr id="131" name="Google Shape;131;p5"/>
          <p:cNvSpPr/>
          <p:nvPr/>
        </p:nvSpPr>
        <p:spPr>
          <a:xfrm>
            <a:off x="0" y="3441285"/>
            <a:ext cx="12192000" cy="1348057"/>
          </a:xfrm>
          <a:custGeom>
            <a:rect b="b" l="l" r="r" t="t"/>
            <a:pathLst>
              <a:path extrusionOk="0" h="1348058" w="12192000">
                <a:moveTo>
                  <a:pt x="12192000" y="0"/>
                </a:moveTo>
                <a:lnTo>
                  <a:pt x="10837333" y="0"/>
                </a:lnTo>
                <a:cubicBezTo>
                  <a:pt x="10463295" y="0"/>
                  <a:pt x="10160000" y="301773"/>
                  <a:pt x="10160000" y="674029"/>
                </a:cubicBezTo>
                <a:lnTo>
                  <a:pt x="10160000" y="674029"/>
                </a:lnTo>
                <a:cubicBezTo>
                  <a:pt x="10160000" y="1046281"/>
                  <a:pt x="9856705" y="1348059"/>
                  <a:pt x="9482667" y="1348059"/>
                </a:cubicBezTo>
                <a:lnTo>
                  <a:pt x="9482667" y="1348059"/>
                </a:lnTo>
                <a:cubicBezTo>
                  <a:pt x="9108581" y="1348059"/>
                  <a:pt x="8805333" y="1046281"/>
                  <a:pt x="8805333" y="674029"/>
                </a:cubicBezTo>
                <a:lnTo>
                  <a:pt x="8805333" y="674029"/>
                </a:lnTo>
                <a:cubicBezTo>
                  <a:pt x="8805333" y="301773"/>
                  <a:pt x="8502086" y="0"/>
                  <a:pt x="8128000" y="0"/>
                </a:cubicBezTo>
                <a:lnTo>
                  <a:pt x="8128000" y="0"/>
                </a:lnTo>
                <a:cubicBezTo>
                  <a:pt x="7753915" y="0"/>
                  <a:pt x="7450667" y="301773"/>
                  <a:pt x="7450667" y="674029"/>
                </a:cubicBezTo>
                <a:lnTo>
                  <a:pt x="7450667" y="674029"/>
                </a:lnTo>
                <a:cubicBezTo>
                  <a:pt x="7450667" y="1046281"/>
                  <a:pt x="7147419" y="1348059"/>
                  <a:pt x="6773334" y="1348059"/>
                </a:cubicBezTo>
                <a:lnTo>
                  <a:pt x="6773334" y="1348059"/>
                </a:lnTo>
                <a:cubicBezTo>
                  <a:pt x="6399248" y="1348059"/>
                  <a:pt x="6096000" y="1046281"/>
                  <a:pt x="6096000" y="674029"/>
                </a:cubicBezTo>
                <a:lnTo>
                  <a:pt x="6096000" y="674029"/>
                </a:lnTo>
                <a:cubicBezTo>
                  <a:pt x="6096000" y="301773"/>
                  <a:pt x="5792753" y="0"/>
                  <a:pt x="5418667" y="0"/>
                </a:cubicBezTo>
                <a:lnTo>
                  <a:pt x="5418667" y="0"/>
                </a:lnTo>
                <a:cubicBezTo>
                  <a:pt x="5044581" y="0"/>
                  <a:pt x="4741334" y="301773"/>
                  <a:pt x="4741334" y="674029"/>
                </a:cubicBezTo>
                <a:lnTo>
                  <a:pt x="4741334" y="674029"/>
                </a:lnTo>
                <a:cubicBezTo>
                  <a:pt x="4741334" y="1046281"/>
                  <a:pt x="4438076" y="1348059"/>
                  <a:pt x="4064000" y="1348059"/>
                </a:cubicBezTo>
                <a:lnTo>
                  <a:pt x="4064000" y="1348059"/>
                </a:lnTo>
                <a:cubicBezTo>
                  <a:pt x="3689924" y="1348059"/>
                  <a:pt x="3386667" y="1046281"/>
                  <a:pt x="3386667" y="674029"/>
                </a:cubicBezTo>
                <a:lnTo>
                  <a:pt x="3386667" y="674029"/>
                </a:lnTo>
                <a:cubicBezTo>
                  <a:pt x="3386667" y="301773"/>
                  <a:pt x="3083410" y="0"/>
                  <a:pt x="2709333" y="0"/>
                </a:cubicBezTo>
                <a:lnTo>
                  <a:pt x="2709333" y="0"/>
                </a:lnTo>
                <a:cubicBezTo>
                  <a:pt x="2335257" y="0"/>
                  <a:pt x="2032000" y="301773"/>
                  <a:pt x="2032000" y="674029"/>
                </a:cubicBezTo>
                <a:lnTo>
                  <a:pt x="2032000" y="674029"/>
                </a:lnTo>
                <a:cubicBezTo>
                  <a:pt x="2032000" y="1046281"/>
                  <a:pt x="1728743" y="1348059"/>
                  <a:pt x="1354667" y="1348059"/>
                </a:cubicBezTo>
                <a:lnTo>
                  <a:pt x="0" y="1348059"/>
                </a:lnTo>
              </a:path>
            </a:pathLst>
          </a:custGeom>
          <a:noFill/>
          <a:ln cap="flat" cmpd="sng" w="228600">
            <a:solidFill>
              <a:schemeClr val="dk2"/>
            </a:solidFill>
            <a:prstDash val="solid"/>
            <a:miter lim="8000"/>
            <a:headEnd len="sm" w="sm" type="none"/>
            <a:tailEnd len="sm" w="sm" type="none"/>
          </a:ln>
        </p:spPr>
        <p:txBody>
          <a:bodyPr anchorCtr="0" anchor="ctr" bIns="60925" lIns="121900" spcFirstLastPara="1" rIns="121900" wrap="square" tIns="60925">
            <a:noAutofit/>
          </a:bodyPr>
          <a:lstStyle/>
          <a:p>
            <a:pPr indent="0" lvl="0" marL="0" marR="0" rtl="0" algn="l">
              <a:spcBef>
                <a:spcPts val="0"/>
              </a:spcBef>
              <a:spcAft>
                <a:spcPts val="0"/>
              </a:spcAft>
              <a:buNone/>
            </a:pPr>
            <a:r>
              <a:t/>
            </a:r>
            <a:endParaRPr sz="2400">
              <a:solidFill>
                <a:srgbClr val="000000"/>
              </a:solidFill>
              <a:latin typeface="Calibri"/>
              <a:ea typeface="Calibri"/>
              <a:cs typeface="Calibri"/>
              <a:sym typeface="Calibri"/>
            </a:endParaRPr>
          </a:p>
        </p:txBody>
      </p:sp>
      <p:sp>
        <p:nvSpPr>
          <p:cNvPr id="132" name="Google Shape;132;p5"/>
          <p:cNvSpPr/>
          <p:nvPr/>
        </p:nvSpPr>
        <p:spPr>
          <a:xfrm>
            <a:off x="0" y="3441285"/>
            <a:ext cx="12192000" cy="1348057"/>
          </a:xfrm>
          <a:custGeom>
            <a:rect b="b" l="l" r="r" t="t"/>
            <a:pathLst>
              <a:path extrusionOk="0" h="1348058" w="12192000">
                <a:moveTo>
                  <a:pt x="12192000" y="0"/>
                </a:moveTo>
                <a:lnTo>
                  <a:pt x="10837333" y="0"/>
                </a:lnTo>
                <a:cubicBezTo>
                  <a:pt x="10463295" y="0"/>
                  <a:pt x="10160000" y="301773"/>
                  <a:pt x="10160000" y="674029"/>
                </a:cubicBezTo>
                <a:lnTo>
                  <a:pt x="10160000" y="674029"/>
                </a:lnTo>
                <a:cubicBezTo>
                  <a:pt x="10160000" y="1046281"/>
                  <a:pt x="9856705" y="1348059"/>
                  <a:pt x="9482667" y="1348059"/>
                </a:cubicBezTo>
                <a:lnTo>
                  <a:pt x="9482667" y="1348059"/>
                </a:lnTo>
                <a:cubicBezTo>
                  <a:pt x="9108581" y="1348059"/>
                  <a:pt x="8805333" y="1046281"/>
                  <a:pt x="8805333" y="674029"/>
                </a:cubicBezTo>
                <a:lnTo>
                  <a:pt x="8805333" y="674029"/>
                </a:lnTo>
                <a:cubicBezTo>
                  <a:pt x="8805333" y="301773"/>
                  <a:pt x="8502086" y="0"/>
                  <a:pt x="8128000" y="0"/>
                </a:cubicBezTo>
                <a:lnTo>
                  <a:pt x="8128000" y="0"/>
                </a:lnTo>
                <a:cubicBezTo>
                  <a:pt x="7753915" y="0"/>
                  <a:pt x="7450667" y="301773"/>
                  <a:pt x="7450667" y="674029"/>
                </a:cubicBezTo>
                <a:lnTo>
                  <a:pt x="7450667" y="674029"/>
                </a:lnTo>
                <a:cubicBezTo>
                  <a:pt x="7450667" y="1046281"/>
                  <a:pt x="7147419" y="1348059"/>
                  <a:pt x="6773334" y="1348059"/>
                </a:cubicBezTo>
                <a:lnTo>
                  <a:pt x="6773334" y="1348059"/>
                </a:lnTo>
                <a:cubicBezTo>
                  <a:pt x="6399248" y="1348059"/>
                  <a:pt x="6096000" y="1046281"/>
                  <a:pt x="6096000" y="674029"/>
                </a:cubicBezTo>
                <a:lnTo>
                  <a:pt x="6096000" y="674029"/>
                </a:lnTo>
                <a:cubicBezTo>
                  <a:pt x="6096000" y="301773"/>
                  <a:pt x="5792753" y="0"/>
                  <a:pt x="5418667" y="0"/>
                </a:cubicBezTo>
                <a:lnTo>
                  <a:pt x="5418667" y="0"/>
                </a:lnTo>
                <a:cubicBezTo>
                  <a:pt x="5044581" y="0"/>
                  <a:pt x="4741334" y="301773"/>
                  <a:pt x="4741334" y="674029"/>
                </a:cubicBezTo>
                <a:lnTo>
                  <a:pt x="4741334" y="674029"/>
                </a:lnTo>
                <a:cubicBezTo>
                  <a:pt x="4741334" y="1046281"/>
                  <a:pt x="4438076" y="1348059"/>
                  <a:pt x="4064000" y="1348059"/>
                </a:cubicBezTo>
                <a:lnTo>
                  <a:pt x="4064000" y="1348059"/>
                </a:lnTo>
                <a:cubicBezTo>
                  <a:pt x="3689924" y="1348059"/>
                  <a:pt x="3386667" y="1046281"/>
                  <a:pt x="3386667" y="674029"/>
                </a:cubicBezTo>
                <a:lnTo>
                  <a:pt x="3386667" y="674029"/>
                </a:lnTo>
                <a:cubicBezTo>
                  <a:pt x="3386667" y="301773"/>
                  <a:pt x="3083410" y="0"/>
                  <a:pt x="2709333" y="0"/>
                </a:cubicBezTo>
                <a:lnTo>
                  <a:pt x="2709333" y="0"/>
                </a:lnTo>
                <a:cubicBezTo>
                  <a:pt x="2335257" y="0"/>
                  <a:pt x="2032000" y="301773"/>
                  <a:pt x="2032000" y="674029"/>
                </a:cubicBezTo>
                <a:lnTo>
                  <a:pt x="2032000" y="674029"/>
                </a:lnTo>
                <a:cubicBezTo>
                  <a:pt x="2032000" y="1046281"/>
                  <a:pt x="1728743" y="1348059"/>
                  <a:pt x="1354667" y="1348059"/>
                </a:cubicBezTo>
                <a:lnTo>
                  <a:pt x="0" y="1348059"/>
                </a:lnTo>
              </a:path>
            </a:pathLst>
          </a:custGeom>
          <a:noFill/>
          <a:ln cap="flat" cmpd="sng" w="19050">
            <a:solidFill>
              <a:schemeClr val="lt1"/>
            </a:solidFill>
            <a:prstDash val="dash"/>
            <a:miter lim="8000"/>
            <a:headEnd len="sm" w="sm" type="none"/>
            <a:tailEnd len="sm" w="sm" type="none"/>
          </a:ln>
        </p:spPr>
        <p:txBody>
          <a:bodyPr anchorCtr="0" anchor="ctr" bIns="60925" lIns="121900" spcFirstLastPara="1" rIns="121900" wrap="square" tIns="60925">
            <a:noAutofit/>
          </a:bodyPr>
          <a:lstStyle/>
          <a:p>
            <a:pPr indent="0" lvl="0" marL="0" marR="0" rtl="0" algn="l">
              <a:spcBef>
                <a:spcPts val="0"/>
              </a:spcBef>
              <a:spcAft>
                <a:spcPts val="0"/>
              </a:spcAft>
              <a:buNone/>
            </a:pPr>
            <a:r>
              <a:t/>
            </a:r>
            <a:endParaRPr sz="2400">
              <a:solidFill>
                <a:schemeClr val="lt1"/>
              </a:solidFill>
              <a:latin typeface="Calibri"/>
              <a:ea typeface="Calibri"/>
              <a:cs typeface="Calibri"/>
              <a:sym typeface="Calibri"/>
            </a:endParaRPr>
          </a:p>
        </p:txBody>
      </p:sp>
      <p:grpSp>
        <p:nvGrpSpPr>
          <p:cNvPr id="133" name="Google Shape;133;p5"/>
          <p:cNvGrpSpPr/>
          <p:nvPr/>
        </p:nvGrpSpPr>
        <p:grpSpPr>
          <a:xfrm>
            <a:off x="2381785" y="2551115"/>
            <a:ext cx="631199" cy="631199"/>
            <a:chOff x="1786339" y="1703401"/>
            <a:chExt cx="473400" cy="473400"/>
          </a:xfrm>
        </p:grpSpPr>
        <p:sp>
          <p:nvSpPr>
            <p:cNvPr id="134" name="Google Shape;134;p5"/>
            <p:cNvSpPr/>
            <p:nvPr/>
          </p:nvSpPr>
          <p:spPr>
            <a:xfrm rot="8100000">
              <a:off x="1855667" y="1772729"/>
              <a:ext cx="334744" cy="334744"/>
            </a:xfrm>
            <a:prstGeom prst="teardrop">
              <a:avLst>
                <a:gd fmla="val 100000" name="adj"/>
              </a:avLst>
            </a:prstGeom>
            <a:solidFill>
              <a:schemeClr val="accent1"/>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Barlow"/>
                <a:ea typeface="Barlow"/>
                <a:cs typeface="Barlow"/>
                <a:sym typeface="Barlow"/>
              </a:endParaRPr>
            </a:p>
          </p:txBody>
        </p:sp>
        <p:sp>
          <p:nvSpPr>
            <p:cNvPr id="135" name="Google Shape;135;p5"/>
            <p:cNvSpPr/>
            <p:nvPr/>
          </p:nvSpPr>
          <p:spPr>
            <a:xfrm>
              <a:off x="1955989" y="1866499"/>
              <a:ext cx="134100" cy="134100"/>
            </a:xfrm>
            <a:prstGeom prst="ellipse">
              <a:avLst/>
            </a:prstGeom>
            <a:solidFill>
              <a:schemeClr val="lt1"/>
            </a:solidFill>
            <a:ln>
              <a:noFill/>
            </a:ln>
          </p:spPr>
          <p:txBody>
            <a:bodyPr anchorCtr="0" anchor="ctr" bIns="0" lIns="0" spcFirstLastPara="1" rIns="0" wrap="square" tIns="0">
              <a:noAutofit/>
            </a:bodyPr>
            <a:lstStyle/>
            <a:p>
              <a:pPr indent="0" lvl="0" marL="0" marR="0" rtl="0" algn="ctr">
                <a:spcBef>
                  <a:spcPts val="0"/>
                </a:spcBef>
                <a:spcAft>
                  <a:spcPts val="0"/>
                </a:spcAft>
                <a:buNone/>
              </a:pPr>
              <a:r>
                <a:rPr lang="en-US" sz="800">
                  <a:solidFill>
                    <a:schemeClr val="dk2"/>
                  </a:solidFill>
                  <a:latin typeface="Barlow"/>
                  <a:ea typeface="Barlow"/>
                  <a:cs typeface="Barlow"/>
                  <a:sym typeface="Barlow"/>
                </a:rPr>
                <a:t>1</a:t>
              </a:r>
              <a:endParaRPr sz="800">
                <a:solidFill>
                  <a:schemeClr val="dk2"/>
                </a:solidFill>
                <a:latin typeface="Barlow"/>
                <a:ea typeface="Barlow"/>
                <a:cs typeface="Barlow"/>
                <a:sym typeface="Barlow"/>
              </a:endParaRPr>
            </a:p>
          </p:txBody>
        </p:sp>
      </p:grpSp>
      <p:grpSp>
        <p:nvGrpSpPr>
          <p:cNvPr id="136" name="Google Shape;136;p5"/>
          <p:cNvGrpSpPr/>
          <p:nvPr/>
        </p:nvGrpSpPr>
        <p:grpSpPr>
          <a:xfrm>
            <a:off x="5085885" y="2551115"/>
            <a:ext cx="631199" cy="631199"/>
            <a:chOff x="3814414" y="1703401"/>
            <a:chExt cx="473400" cy="473400"/>
          </a:xfrm>
        </p:grpSpPr>
        <p:sp>
          <p:nvSpPr>
            <p:cNvPr id="137" name="Google Shape;137;p5"/>
            <p:cNvSpPr/>
            <p:nvPr/>
          </p:nvSpPr>
          <p:spPr>
            <a:xfrm rot="8100000">
              <a:off x="3883742" y="1772729"/>
              <a:ext cx="334744" cy="334744"/>
            </a:xfrm>
            <a:prstGeom prst="teardrop">
              <a:avLst>
                <a:gd fmla="val 100000" name="adj"/>
              </a:avLst>
            </a:prstGeom>
            <a:solidFill>
              <a:srgbClr val="2E85A7"/>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Barlow"/>
                <a:ea typeface="Barlow"/>
                <a:cs typeface="Barlow"/>
                <a:sym typeface="Barlow"/>
              </a:endParaRPr>
            </a:p>
          </p:txBody>
        </p:sp>
        <p:sp>
          <p:nvSpPr>
            <p:cNvPr id="138" name="Google Shape;138;p5"/>
            <p:cNvSpPr/>
            <p:nvPr/>
          </p:nvSpPr>
          <p:spPr>
            <a:xfrm>
              <a:off x="3984064" y="1866499"/>
              <a:ext cx="134100" cy="134100"/>
            </a:xfrm>
            <a:prstGeom prst="ellipse">
              <a:avLst/>
            </a:prstGeom>
            <a:solidFill>
              <a:schemeClr val="accent3"/>
            </a:solidFill>
            <a:ln>
              <a:noFill/>
            </a:ln>
          </p:spPr>
          <p:txBody>
            <a:bodyPr anchorCtr="0" anchor="ctr" bIns="0" lIns="0" spcFirstLastPara="1" rIns="0" wrap="square" tIns="0">
              <a:noAutofit/>
            </a:bodyPr>
            <a:lstStyle/>
            <a:p>
              <a:pPr indent="0" lvl="0" marL="0" marR="0" rtl="0" algn="ctr">
                <a:spcBef>
                  <a:spcPts val="0"/>
                </a:spcBef>
                <a:spcAft>
                  <a:spcPts val="0"/>
                </a:spcAft>
                <a:buNone/>
              </a:pPr>
              <a:r>
                <a:rPr lang="en-US" sz="800">
                  <a:solidFill>
                    <a:schemeClr val="dk1"/>
                  </a:solidFill>
                  <a:latin typeface="Barlow"/>
                  <a:ea typeface="Barlow"/>
                  <a:cs typeface="Barlow"/>
                  <a:sym typeface="Barlow"/>
                </a:rPr>
                <a:t>3</a:t>
              </a:r>
              <a:endParaRPr sz="800">
                <a:solidFill>
                  <a:schemeClr val="dk1"/>
                </a:solidFill>
                <a:latin typeface="Barlow"/>
                <a:ea typeface="Barlow"/>
                <a:cs typeface="Barlow"/>
                <a:sym typeface="Barlow"/>
              </a:endParaRPr>
            </a:p>
          </p:txBody>
        </p:sp>
      </p:grpSp>
      <p:grpSp>
        <p:nvGrpSpPr>
          <p:cNvPr id="139" name="Google Shape;139;p5"/>
          <p:cNvGrpSpPr/>
          <p:nvPr/>
        </p:nvGrpSpPr>
        <p:grpSpPr>
          <a:xfrm>
            <a:off x="7789985" y="2551115"/>
            <a:ext cx="631199" cy="631199"/>
            <a:chOff x="5842489" y="1703401"/>
            <a:chExt cx="473400" cy="473400"/>
          </a:xfrm>
        </p:grpSpPr>
        <p:sp>
          <p:nvSpPr>
            <p:cNvPr id="140" name="Google Shape;140;p5"/>
            <p:cNvSpPr/>
            <p:nvPr/>
          </p:nvSpPr>
          <p:spPr>
            <a:xfrm rot="8100000">
              <a:off x="5911817" y="1772729"/>
              <a:ext cx="334744" cy="334744"/>
            </a:xfrm>
            <a:prstGeom prst="teardrop">
              <a:avLst>
                <a:gd fmla="val 100000" name="adj"/>
              </a:avLst>
            </a:prstGeom>
            <a:solidFill>
              <a:srgbClr val="2E85A7"/>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Barlow"/>
                <a:ea typeface="Barlow"/>
                <a:cs typeface="Barlow"/>
                <a:sym typeface="Barlow"/>
              </a:endParaRPr>
            </a:p>
          </p:txBody>
        </p:sp>
        <p:sp>
          <p:nvSpPr>
            <p:cNvPr id="141" name="Google Shape;141;p5"/>
            <p:cNvSpPr/>
            <p:nvPr/>
          </p:nvSpPr>
          <p:spPr>
            <a:xfrm>
              <a:off x="6012139" y="1866499"/>
              <a:ext cx="134100" cy="134100"/>
            </a:xfrm>
            <a:prstGeom prst="ellipse">
              <a:avLst/>
            </a:prstGeom>
            <a:solidFill>
              <a:schemeClr val="lt1"/>
            </a:solidFill>
            <a:ln>
              <a:noFill/>
            </a:ln>
          </p:spPr>
          <p:txBody>
            <a:bodyPr anchorCtr="0" anchor="ctr" bIns="0" lIns="0" spcFirstLastPara="1" rIns="0" wrap="square" tIns="0">
              <a:noAutofit/>
            </a:bodyPr>
            <a:lstStyle/>
            <a:p>
              <a:pPr indent="0" lvl="0" marL="0" marR="0" rtl="0" algn="ctr">
                <a:spcBef>
                  <a:spcPts val="0"/>
                </a:spcBef>
                <a:spcAft>
                  <a:spcPts val="0"/>
                </a:spcAft>
                <a:buNone/>
              </a:pPr>
              <a:r>
                <a:rPr lang="en-US" sz="800">
                  <a:solidFill>
                    <a:schemeClr val="dk2"/>
                  </a:solidFill>
                  <a:latin typeface="Barlow"/>
                  <a:ea typeface="Barlow"/>
                  <a:cs typeface="Barlow"/>
                  <a:sym typeface="Barlow"/>
                </a:rPr>
                <a:t>5</a:t>
              </a:r>
              <a:endParaRPr sz="800">
                <a:solidFill>
                  <a:schemeClr val="dk2"/>
                </a:solidFill>
                <a:latin typeface="Barlow"/>
                <a:ea typeface="Barlow"/>
                <a:cs typeface="Barlow"/>
                <a:sym typeface="Barlow"/>
              </a:endParaRPr>
            </a:p>
          </p:txBody>
        </p:sp>
      </p:grpSp>
      <p:grpSp>
        <p:nvGrpSpPr>
          <p:cNvPr id="142" name="Google Shape;142;p5"/>
          <p:cNvGrpSpPr/>
          <p:nvPr/>
        </p:nvGrpSpPr>
        <p:grpSpPr>
          <a:xfrm>
            <a:off x="9174419" y="5048314"/>
            <a:ext cx="631199" cy="631199"/>
            <a:chOff x="6880814" y="3576300"/>
            <a:chExt cx="473400" cy="473400"/>
          </a:xfrm>
        </p:grpSpPr>
        <p:sp>
          <p:nvSpPr>
            <p:cNvPr id="143" name="Google Shape;143;p5"/>
            <p:cNvSpPr/>
            <p:nvPr/>
          </p:nvSpPr>
          <p:spPr>
            <a:xfrm rot="-2700000">
              <a:off x="6950142" y="3645628"/>
              <a:ext cx="334744" cy="334744"/>
            </a:xfrm>
            <a:prstGeom prst="teardrop">
              <a:avLst>
                <a:gd fmla="val 100000" name="adj"/>
              </a:avLst>
            </a:prstGeom>
            <a:solidFill>
              <a:schemeClr val="accent6"/>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Barlow"/>
                <a:ea typeface="Barlow"/>
                <a:cs typeface="Barlow"/>
                <a:sym typeface="Barlow"/>
              </a:endParaRPr>
            </a:p>
          </p:txBody>
        </p:sp>
        <p:sp>
          <p:nvSpPr>
            <p:cNvPr id="144" name="Google Shape;144;p5"/>
            <p:cNvSpPr/>
            <p:nvPr/>
          </p:nvSpPr>
          <p:spPr>
            <a:xfrm flipH="1">
              <a:off x="7050464" y="3752502"/>
              <a:ext cx="134100" cy="134100"/>
            </a:xfrm>
            <a:prstGeom prst="ellipse">
              <a:avLst/>
            </a:prstGeom>
            <a:solidFill>
              <a:schemeClr val="lt1"/>
            </a:solidFill>
            <a:ln>
              <a:noFill/>
            </a:ln>
          </p:spPr>
          <p:txBody>
            <a:bodyPr anchorCtr="0" anchor="ctr" bIns="0" lIns="0" spcFirstLastPara="1" rIns="0" wrap="square" tIns="0">
              <a:noAutofit/>
            </a:bodyPr>
            <a:lstStyle/>
            <a:p>
              <a:pPr indent="0" lvl="0" marL="0" marR="0" rtl="0" algn="ctr">
                <a:spcBef>
                  <a:spcPts val="0"/>
                </a:spcBef>
                <a:spcAft>
                  <a:spcPts val="0"/>
                </a:spcAft>
                <a:buNone/>
              </a:pPr>
              <a:r>
                <a:rPr lang="en-US" sz="800">
                  <a:solidFill>
                    <a:schemeClr val="dk2"/>
                  </a:solidFill>
                  <a:latin typeface="Barlow"/>
                  <a:ea typeface="Barlow"/>
                  <a:cs typeface="Barlow"/>
                  <a:sym typeface="Barlow"/>
                </a:rPr>
                <a:t>6</a:t>
              </a:r>
              <a:endParaRPr sz="800">
                <a:solidFill>
                  <a:schemeClr val="dk2"/>
                </a:solidFill>
                <a:latin typeface="Barlow"/>
                <a:ea typeface="Barlow"/>
                <a:cs typeface="Barlow"/>
                <a:sym typeface="Barlow"/>
              </a:endParaRPr>
            </a:p>
          </p:txBody>
        </p:sp>
      </p:grpSp>
      <p:grpSp>
        <p:nvGrpSpPr>
          <p:cNvPr id="145" name="Google Shape;145;p5"/>
          <p:cNvGrpSpPr/>
          <p:nvPr/>
        </p:nvGrpSpPr>
        <p:grpSpPr>
          <a:xfrm>
            <a:off x="6470319" y="5048314"/>
            <a:ext cx="631199" cy="631199"/>
            <a:chOff x="4852739" y="3576300"/>
            <a:chExt cx="473400" cy="473400"/>
          </a:xfrm>
        </p:grpSpPr>
        <p:sp>
          <p:nvSpPr>
            <p:cNvPr id="146" name="Google Shape;146;p5"/>
            <p:cNvSpPr/>
            <p:nvPr/>
          </p:nvSpPr>
          <p:spPr>
            <a:xfrm rot="-2700000">
              <a:off x="4922067" y="3645628"/>
              <a:ext cx="334744" cy="334744"/>
            </a:xfrm>
            <a:prstGeom prst="teardrop">
              <a:avLst>
                <a:gd fmla="val 100000" name="adj"/>
              </a:avLst>
            </a:prstGeom>
            <a:solidFill>
              <a:schemeClr val="accent2"/>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Barlow"/>
                <a:ea typeface="Barlow"/>
                <a:cs typeface="Barlow"/>
                <a:sym typeface="Barlow"/>
              </a:endParaRPr>
            </a:p>
          </p:txBody>
        </p:sp>
        <p:sp>
          <p:nvSpPr>
            <p:cNvPr id="147" name="Google Shape;147;p5"/>
            <p:cNvSpPr/>
            <p:nvPr/>
          </p:nvSpPr>
          <p:spPr>
            <a:xfrm flipH="1">
              <a:off x="5022389" y="3752502"/>
              <a:ext cx="134100" cy="134100"/>
            </a:xfrm>
            <a:prstGeom prst="ellipse">
              <a:avLst/>
            </a:prstGeom>
            <a:solidFill>
              <a:schemeClr val="lt1"/>
            </a:solidFill>
            <a:ln>
              <a:noFill/>
            </a:ln>
          </p:spPr>
          <p:txBody>
            <a:bodyPr anchorCtr="0" anchor="ctr" bIns="0" lIns="0" spcFirstLastPara="1" rIns="0" wrap="square" tIns="0">
              <a:noAutofit/>
            </a:bodyPr>
            <a:lstStyle/>
            <a:p>
              <a:pPr indent="0" lvl="0" marL="0" marR="0" rtl="0" algn="ctr">
                <a:spcBef>
                  <a:spcPts val="0"/>
                </a:spcBef>
                <a:spcAft>
                  <a:spcPts val="0"/>
                </a:spcAft>
                <a:buNone/>
              </a:pPr>
              <a:r>
                <a:rPr lang="en-US" sz="800">
                  <a:solidFill>
                    <a:schemeClr val="dk2"/>
                  </a:solidFill>
                  <a:latin typeface="Barlow"/>
                  <a:ea typeface="Barlow"/>
                  <a:cs typeface="Barlow"/>
                  <a:sym typeface="Barlow"/>
                </a:rPr>
                <a:t>4</a:t>
              </a:r>
              <a:endParaRPr sz="800">
                <a:solidFill>
                  <a:schemeClr val="dk2"/>
                </a:solidFill>
                <a:latin typeface="Barlow"/>
                <a:ea typeface="Barlow"/>
                <a:cs typeface="Barlow"/>
                <a:sym typeface="Barlow"/>
              </a:endParaRPr>
            </a:p>
          </p:txBody>
        </p:sp>
      </p:grpSp>
      <p:grpSp>
        <p:nvGrpSpPr>
          <p:cNvPr id="148" name="Google Shape;148;p5"/>
          <p:cNvGrpSpPr/>
          <p:nvPr/>
        </p:nvGrpSpPr>
        <p:grpSpPr>
          <a:xfrm>
            <a:off x="3766219" y="5048314"/>
            <a:ext cx="631199" cy="631199"/>
            <a:chOff x="2824664" y="3576300"/>
            <a:chExt cx="473400" cy="473400"/>
          </a:xfrm>
        </p:grpSpPr>
        <p:sp>
          <p:nvSpPr>
            <p:cNvPr id="149" name="Google Shape;149;p5"/>
            <p:cNvSpPr/>
            <p:nvPr/>
          </p:nvSpPr>
          <p:spPr>
            <a:xfrm rot="-2700000">
              <a:off x="2893992" y="3645628"/>
              <a:ext cx="334744" cy="334744"/>
            </a:xfrm>
            <a:prstGeom prst="teardrop">
              <a:avLst>
                <a:gd fmla="val 100000" name="adj"/>
              </a:avLst>
            </a:prstGeom>
            <a:solidFill>
              <a:schemeClr val="accent2"/>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Barlow"/>
                <a:ea typeface="Barlow"/>
                <a:cs typeface="Barlow"/>
                <a:sym typeface="Barlow"/>
              </a:endParaRPr>
            </a:p>
          </p:txBody>
        </p:sp>
        <p:sp>
          <p:nvSpPr>
            <p:cNvPr id="150" name="Google Shape;150;p5"/>
            <p:cNvSpPr/>
            <p:nvPr/>
          </p:nvSpPr>
          <p:spPr>
            <a:xfrm flipH="1">
              <a:off x="2994314" y="3752502"/>
              <a:ext cx="134100" cy="134100"/>
            </a:xfrm>
            <a:prstGeom prst="ellipse">
              <a:avLst/>
            </a:prstGeom>
            <a:solidFill>
              <a:schemeClr val="lt1"/>
            </a:solidFill>
            <a:ln>
              <a:noFill/>
            </a:ln>
          </p:spPr>
          <p:txBody>
            <a:bodyPr anchorCtr="0" anchor="ctr" bIns="0" lIns="0" spcFirstLastPara="1" rIns="0" wrap="square" tIns="0">
              <a:noAutofit/>
            </a:bodyPr>
            <a:lstStyle/>
            <a:p>
              <a:pPr indent="0" lvl="0" marL="0" marR="0" rtl="0" algn="ctr">
                <a:spcBef>
                  <a:spcPts val="0"/>
                </a:spcBef>
                <a:spcAft>
                  <a:spcPts val="0"/>
                </a:spcAft>
                <a:buNone/>
              </a:pPr>
              <a:r>
                <a:rPr lang="en-US" sz="800">
                  <a:solidFill>
                    <a:schemeClr val="dk2"/>
                  </a:solidFill>
                  <a:latin typeface="Barlow"/>
                  <a:ea typeface="Barlow"/>
                  <a:cs typeface="Barlow"/>
                  <a:sym typeface="Barlow"/>
                </a:rPr>
                <a:t>2</a:t>
              </a:r>
              <a:endParaRPr sz="800">
                <a:solidFill>
                  <a:schemeClr val="dk2"/>
                </a:solidFill>
                <a:latin typeface="Barlow"/>
                <a:ea typeface="Barlow"/>
                <a:cs typeface="Barlow"/>
                <a:sym typeface="Barlow"/>
              </a:endParaRPr>
            </a:p>
          </p:txBody>
        </p:sp>
      </p:grpSp>
      <p:sp>
        <p:nvSpPr>
          <p:cNvPr id="151" name="Google Shape;151;p5"/>
          <p:cNvSpPr txBox="1"/>
          <p:nvPr/>
        </p:nvSpPr>
        <p:spPr>
          <a:xfrm>
            <a:off x="1839785" y="1970932"/>
            <a:ext cx="1715200" cy="711200"/>
          </a:xfrm>
          <a:prstGeom prst="rect">
            <a:avLst/>
          </a:prstGeom>
          <a:noFill/>
          <a:ln>
            <a:noFill/>
          </a:ln>
        </p:spPr>
        <p:txBody>
          <a:bodyPr anchorCtr="0" anchor="b" bIns="0" lIns="0" spcFirstLastPara="1" rIns="0" wrap="square" tIns="0">
            <a:noAutofit/>
          </a:bodyPr>
          <a:lstStyle/>
          <a:p>
            <a:pPr indent="0" lvl="0" marL="0" marR="0" rtl="0" algn="ctr">
              <a:spcBef>
                <a:spcPts val="0"/>
              </a:spcBef>
              <a:spcAft>
                <a:spcPts val="0"/>
              </a:spcAft>
              <a:buNone/>
            </a:pPr>
            <a:r>
              <a:rPr b="1" lang="en-US" sz="1400">
                <a:solidFill>
                  <a:srgbClr val="3F3F3F"/>
                </a:solidFill>
                <a:latin typeface="Arial"/>
                <a:ea typeface="Arial"/>
                <a:cs typeface="Arial"/>
                <a:sym typeface="Arial"/>
              </a:rPr>
              <a:t>Isolate Pixels That Could Represent Lane Lines</a:t>
            </a:r>
            <a:endParaRPr/>
          </a:p>
          <a:p>
            <a:pPr indent="0" lvl="0" marL="0" marR="0" rtl="0" algn="ctr">
              <a:spcBef>
                <a:spcPts val="0"/>
              </a:spcBef>
              <a:spcAft>
                <a:spcPts val="0"/>
              </a:spcAft>
              <a:buNone/>
            </a:pPr>
            <a:r>
              <a:t/>
            </a:r>
            <a:endParaRPr sz="1200">
              <a:solidFill>
                <a:srgbClr val="3F3F3F"/>
              </a:solidFill>
              <a:latin typeface="Barlow"/>
              <a:ea typeface="Barlow"/>
              <a:cs typeface="Barlow"/>
              <a:sym typeface="Barlow"/>
            </a:endParaRPr>
          </a:p>
        </p:txBody>
      </p:sp>
      <p:sp>
        <p:nvSpPr>
          <p:cNvPr id="152" name="Google Shape;152;p5"/>
          <p:cNvSpPr txBox="1"/>
          <p:nvPr/>
        </p:nvSpPr>
        <p:spPr>
          <a:xfrm>
            <a:off x="4502940" y="1821380"/>
            <a:ext cx="1715200" cy="711200"/>
          </a:xfrm>
          <a:prstGeom prst="rect">
            <a:avLst/>
          </a:prstGeom>
          <a:noFill/>
          <a:ln>
            <a:noFill/>
          </a:ln>
        </p:spPr>
        <p:txBody>
          <a:bodyPr anchorCtr="0" anchor="b" bIns="0" lIns="0" spcFirstLastPara="1" rIns="0" wrap="square" tIns="0">
            <a:noAutofit/>
          </a:bodyPr>
          <a:lstStyle/>
          <a:p>
            <a:pPr indent="0" lvl="0" marL="0" marR="0" rtl="0" algn="ctr">
              <a:spcBef>
                <a:spcPts val="0"/>
              </a:spcBef>
              <a:spcAft>
                <a:spcPts val="0"/>
              </a:spcAft>
              <a:buNone/>
            </a:pPr>
            <a:r>
              <a:rPr b="1" lang="en-US" sz="1400">
                <a:solidFill>
                  <a:srgbClr val="3F3F3F"/>
                </a:solidFill>
                <a:latin typeface="Arial"/>
                <a:ea typeface="Arial"/>
                <a:cs typeface="Arial"/>
                <a:sym typeface="Arial"/>
              </a:rPr>
              <a:t>Identify Lane Line Pixels</a:t>
            </a:r>
            <a:endParaRPr/>
          </a:p>
          <a:p>
            <a:pPr indent="0" lvl="0" marL="0" marR="0" rtl="0" algn="ctr">
              <a:spcBef>
                <a:spcPts val="0"/>
              </a:spcBef>
              <a:spcAft>
                <a:spcPts val="0"/>
              </a:spcAft>
              <a:buNone/>
            </a:pPr>
            <a:r>
              <a:t/>
            </a:r>
            <a:endParaRPr sz="1200">
              <a:solidFill>
                <a:srgbClr val="3F3F3F"/>
              </a:solidFill>
              <a:latin typeface="Barlow"/>
              <a:ea typeface="Barlow"/>
              <a:cs typeface="Barlow"/>
              <a:sym typeface="Barlow"/>
            </a:endParaRPr>
          </a:p>
        </p:txBody>
      </p:sp>
      <p:sp>
        <p:nvSpPr>
          <p:cNvPr id="153" name="Google Shape;153;p5"/>
          <p:cNvSpPr txBox="1"/>
          <p:nvPr/>
        </p:nvSpPr>
        <p:spPr>
          <a:xfrm>
            <a:off x="7248013" y="1821380"/>
            <a:ext cx="1715200" cy="711200"/>
          </a:xfrm>
          <a:prstGeom prst="rect">
            <a:avLst/>
          </a:prstGeom>
          <a:noFill/>
          <a:ln>
            <a:noFill/>
          </a:ln>
        </p:spPr>
        <p:txBody>
          <a:bodyPr anchorCtr="0" anchor="b" bIns="0" lIns="0" spcFirstLastPara="1" rIns="0" wrap="square" tIns="0">
            <a:noAutofit/>
          </a:bodyPr>
          <a:lstStyle/>
          <a:p>
            <a:pPr indent="0" lvl="0" marL="0" marR="0" rtl="0" algn="ctr">
              <a:spcBef>
                <a:spcPts val="0"/>
              </a:spcBef>
              <a:spcAft>
                <a:spcPts val="0"/>
              </a:spcAft>
              <a:buNone/>
            </a:pPr>
            <a:r>
              <a:rPr b="1" lang="en-US" sz="1400">
                <a:solidFill>
                  <a:srgbClr val="3F3F3F"/>
                </a:solidFill>
                <a:latin typeface="Arial"/>
                <a:ea typeface="Arial"/>
                <a:cs typeface="Arial"/>
                <a:sym typeface="Arial"/>
              </a:rPr>
              <a:t>Overlay Lane Lines on Original Image</a:t>
            </a:r>
            <a:endParaRPr/>
          </a:p>
          <a:p>
            <a:pPr indent="0" lvl="0" marL="0" marR="0" rtl="0" algn="ctr">
              <a:spcBef>
                <a:spcPts val="0"/>
              </a:spcBef>
              <a:spcAft>
                <a:spcPts val="0"/>
              </a:spcAft>
              <a:buNone/>
            </a:pPr>
            <a:r>
              <a:t/>
            </a:r>
            <a:endParaRPr sz="1200">
              <a:solidFill>
                <a:srgbClr val="3F3F3F"/>
              </a:solidFill>
              <a:latin typeface="Barlow"/>
              <a:ea typeface="Barlow"/>
              <a:cs typeface="Barlow"/>
              <a:sym typeface="Barlow"/>
            </a:endParaRPr>
          </a:p>
        </p:txBody>
      </p:sp>
      <p:sp>
        <p:nvSpPr>
          <p:cNvPr id="154" name="Google Shape;154;p5"/>
          <p:cNvSpPr txBox="1"/>
          <p:nvPr/>
        </p:nvSpPr>
        <p:spPr>
          <a:xfrm>
            <a:off x="3224233" y="5548494"/>
            <a:ext cx="1715200" cy="711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lang="en-US" sz="1400">
                <a:solidFill>
                  <a:srgbClr val="3F3F3F"/>
                </a:solidFill>
                <a:latin typeface="Arial"/>
                <a:ea typeface="Arial"/>
                <a:cs typeface="Arial"/>
                <a:sym typeface="Arial"/>
              </a:rPr>
              <a:t>Apply Perspective Transformation to Get a Bird’s Eye View</a:t>
            </a:r>
            <a:endParaRPr/>
          </a:p>
          <a:p>
            <a:pPr indent="0" lvl="0" marL="0" marR="0" rtl="0" algn="ctr">
              <a:spcBef>
                <a:spcPts val="0"/>
              </a:spcBef>
              <a:spcAft>
                <a:spcPts val="0"/>
              </a:spcAft>
              <a:buNone/>
            </a:pPr>
            <a:r>
              <a:t/>
            </a:r>
            <a:endParaRPr sz="1200">
              <a:solidFill>
                <a:srgbClr val="3F3F3F"/>
              </a:solidFill>
              <a:latin typeface="Barlow"/>
              <a:ea typeface="Barlow"/>
              <a:cs typeface="Barlow"/>
              <a:sym typeface="Barlow"/>
            </a:endParaRPr>
          </a:p>
        </p:txBody>
      </p:sp>
      <p:sp>
        <p:nvSpPr>
          <p:cNvPr id="155" name="Google Shape;155;p5"/>
          <p:cNvSpPr txBox="1"/>
          <p:nvPr/>
        </p:nvSpPr>
        <p:spPr>
          <a:xfrm>
            <a:off x="5928340" y="5698047"/>
            <a:ext cx="1715200" cy="711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lang="en-US" sz="1400">
                <a:solidFill>
                  <a:srgbClr val="3F3F3F"/>
                </a:solidFill>
                <a:latin typeface="Arial"/>
                <a:ea typeface="Arial"/>
                <a:cs typeface="Arial"/>
                <a:sym typeface="Arial"/>
              </a:rPr>
              <a:t>Set Sliding Windows for White Pixel Detection</a:t>
            </a:r>
            <a:endParaRPr/>
          </a:p>
          <a:p>
            <a:pPr indent="0" lvl="0" marL="0" marR="0" rtl="0" algn="ctr">
              <a:spcBef>
                <a:spcPts val="0"/>
              </a:spcBef>
              <a:spcAft>
                <a:spcPts val="0"/>
              </a:spcAft>
              <a:buNone/>
            </a:pPr>
            <a:r>
              <a:t/>
            </a:r>
            <a:endParaRPr sz="1200">
              <a:solidFill>
                <a:srgbClr val="3F3F3F"/>
              </a:solidFill>
              <a:latin typeface="Barlow"/>
              <a:ea typeface="Barlow"/>
              <a:cs typeface="Barlow"/>
              <a:sym typeface="Barlow"/>
            </a:endParaRPr>
          </a:p>
        </p:txBody>
      </p:sp>
      <p:sp>
        <p:nvSpPr>
          <p:cNvPr id="156" name="Google Shape;156;p5"/>
          <p:cNvSpPr txBox="1"/>
          <p:nvPr/>
        </p:nvSpPr>
        <p:spPr>
          <a:xfrm>
            <a:off x="8632447" y="5698047"/>
            <a:ext cx="1715200" cy="711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lang="en-US" sz="1400">
                <a:solidFill>
                  <a:srgbClr val="3F3F3F"/>
                </a:solidFill>
                <a:latin typeface="Arial"/>
                <a:ea typeface="Arial"/>
                <a:cs typeface="Arial"/>
                <a:sym typeface="Arial"/>
              </a:rPr>
              <a:t>Calculate Lane Line Curvature,</a:t>
            </a:r>
            <a:endParaRPr/>
          </a:p>
          <a:p>
            <a:pPr indent="0" lvl="0" marL="0" marR="0" rtl="0" algn="ctr">
              <a:spcBef>
                <a:spcPts val="0"/>
              </a:spcBef>
              <a:spcAft>
                <a:spcPts val="0"/>
              </a:spcAft>
              <a:buNone/>
            </a:pPr>
            <a:r>
              <a:rPr b="1" lang="en-US" sz="1400">
                <a:solidFill>
                  <a:srgbClr val="3F3F3F"/>
                </a:solidFill>
                <a:latin typeface="Arial"/>
                <a:ea typeface="Arial"/>
                <a:cs typeface="Arial"/>
                <a:sym typeface="Arial"/>
              </a:rPr>
              <a:t>Display Final Image</a:t>
            </a:r>
            <a:endParaRPr/>
          </a:p>
          <a:p>
            <a:pPr indent="0" lvl="0" marL="0" marR="0" rtl="0" algn="ctr">
              <a:spcBef>
                <a:spcPts val="0"/>
              </a:spcBef>
              <a:spcAft>
                <a:spcPts val="0"/>
              </a:spcAft>
              <a:buNone/>
            </a:pPr>
            <a:r>
              <a:t/>
            </a:r>
            <a:endParaRPr b="1" sz="1200">
              <a:solidFill>
                <a:srgbClr val="3F3F3F"/>
              </a:solidFill>
              <a:latin typeface="Arial"/>
              <a:ea typeface="Arial"/>
              <a:cs typeface="Arial"/>
              <a:sym typeface="Arial"/>
            </a:endParaRPr>
          </a:p>
          <a:p>
            <a:pPr indent="0" lvl="0" marL="0" marR="0" rtl="0" algn="ctr">
              <a:spcBef>
                <a:spcPts val="0"/>
              </a:spcBef>
              <a:spcAft>
                <a:spcPts val="0"/>
              </a:spcAft>
              <a:buNone/>
            </a:pPr>
            <a:r>
              <a:t/>
            </a:r>
            <a:endParaRPr sz="1200">
              <a:solidFill>
                <a:srgbClr val="3F3F3F"/>
              </a:solidFill>
              <a:latin typeface="Barlow"/>
              <a:ea typeface="Barlow"/>
              <a:cs typeface="Barlow"/>
              <a:sym typeface="Barlow"/>
            </a:endParaRPr>
          </a:p>
        </p:txBody>
      </p:sp>
      <p:sp>
        <p:nvSpPr>
          <p:cNvPr id="157" name="Google Shape;157;p5"/>
          <p:cNvSpPr/>
          <p:nvPr/>
        </p:nvSpPr>
        <p:spPr>
          <a:xfrm>
            <a:off x="150625" y="417741"/>
            <a:ext cx="664792" cy="664804"/>
          </a:xfrm>
          <a:custGeom>
            <a:rect b="b" l="l" r="r" t="t"/>
            <a:pathLst>
              <a:path extrusionOk="0" h="16071" w="16072">
                <a:moveTo>
                  <a:pt x="8036" y="0"/>
                </a:moveTo>
                <a:lnTo>
                  <a:pt x="7938" y="24"/>
                </a:lnTo>
                <a:lnTo>
                  <a:pt x="7792" y="98"/>
                </a:lnTo>
                <a:lnTo>
                  <a:pt x="7328" y="366"/>
                </a:lnTo>
                <a:lnTo>
                  <a:pt x="7059" y="537"/>
                </a:lnTo>
                <a:lnTo>
                  <a:pt x="6766" y="757"/>
                </a:lnTo>
                <a:lnTo>
                  <a:pt x="6448" y="977"/>
                </a:lnTo>
                <a:lnTo>
                  <a:pt x="6155" y="1246"/>
                </a:lnTo>
                <a:lnTo>
                  <a:pt x="5887" y="1514"/>
                </a:lnTo>
                <a:lnTo>
                  <a:pt x="5643" y="1807"/>
                </a:lnTo>
                <a:lnTo>
                  <a:pt x="5447" y="2100"/>
                </a:lnTo>
                <a:lnTo>
                  <a:pt x="5374" y="2247"/>
                </a:lnTo>
                <a:lnTo>
                  <a:pt x="5325" y="2418"/>
                </a:lnTo>
                <a:lnTo>
                  <a:pt x="5276" y="2564"/>
                </a:lnTo>
                <a:lnTo>
                  <a:pt x="5252" y="2711"/>
                </a:lnTo>
                <a:lnTo>
                  <a:pt x="5252" y="2858"/>
                </a:lnTo>
                <a:lnTo>
                  <a:pt x="5276" y="3029"/>
                </a:lnTo>
                <a:lnTo>
                  <a:pt x="5325" y="3175"/>
                </a:lnTo>
                <a:lnTo>
                  <a:pt x="5398" y="3322"/>
                </a:lnTo>
                <a:lnTo>
                  <a:pt x="5496" y="3468"/>
                </a:lnTo>
                <a:lnTo>
                  <a:pt x="5618" y="3615"/>
                </a:lnTo>
                <a:lnTo>
                  <a:pt x="5814" y="3761"/>
                </a:lnTo>
                <a:lnTo>
                  <a:pt x="6009" y="3859"/>
                </a:lnTo>
                <a:lnTo>
                  <a:pt x="6204" y="3957"/>
                </a:lnTo>
                <a:lnTo>
                  <a:pt x="6424" y="4005"/>
                </a:lnTo>
                <a:lnTo>
                  <a:pt x="6644" y="4054"/>
                </a:lnTo>
                <a:lnTo>
                  <a:pt x="6864" y="4152"/>
                </a:lnTo>
                <a:lnTo>
                  <a:pt x="7059" y="4250"/>
                </a:lnTo>
                <a:lnTo>
                  <a:pt x="7254" y="4421"/>
                </a:lnTo>
                <a:lnTo>
                  <a:pt x="7425" y="4616"/>
                </a:lnTo>
                <a:lnTo>
                  <a:pt x="7523" y="4836"/>
                </a:lnTo>
                <a:lnTo>
                  <a:pt x="7596" y="5080"/>
                </a:lnTo>
                <a:lnTo>
                  <a:pt x="7621" y="5373"/>
                </a:lnTo>
                <a:lnTo>
                  <a:pt x="7596" y="5569"/>
                </a:lnTo>
                <a:lnTo>
                  <a:pt x="7572" y="5788"/>
                </a:lnTo>
                <a:lnTo>
                  <a:pt x="7499" y="5984"/>
                </a:lnTo>
                <a:lnTo>
                  <a:pt x="7425" y="6179"/>
                </a:lnTo>
                <a:lnTo>
                  <a:pt x="7328" y="6374"/>
                </a:lnTo>
                <a:lnTo>
                  <a:pt x="7206" y="6570"/>
                </a:lnTo>
                <a:lnTo>
                  <a:pt x="7059" y="6741"/>
                </a:lnTo>
                <a:lnTo>
                  <a:pt x="6913" y="6912"/>
                </a:lnTo>
                <a:lnTo>
                  <a:pt x="6742" y="7058"/>
                </a:lnTo>
                <a:lnTo>
                  <a:pt x="6571" y="7205"/>
                </a:lnTo>
                <a:lnTo>
                  <a:pt x="6400" y="7303"/>
                </a:lnTo>
                <a:lnTo>
                  <a:pt x="6204" y="7425"/>
                </a:lnTo>
                <a:lnTo>
                  <a:pt x="6009" y="7498"/>
                </a:lnTo>
                <a:lnTo>
                  <a:pt x="5789" y="7571"/>
                </a:lnTo>
                <a:lnTo>
                  <a:pt x="5569" y="7596"/>
                </a:lnTo>
                <a:lnTo>
                  <a:pt x="5374" y="7620"/>
                </a:lnTo>
                <a:lnTo>
                  <a:pt x="5105" y="7596"/>
                </a:lnTo>
                <a:lnTo>
                  <a:pt x="4861" y="7522"/>
                </a:lnTo>
                <a:lnTo>
                  <a:pt x="4617" y="7425"/>
                </a:lnTo>
                <a:lnTo>
                  <a:pt x="4421" y="7254"/>
                </a:lnTo>
                <a:lnTo>
                  <a:pt x="4250" y="7058"/>
                </a:lnTo>
                <a:lnTo>
                  <a:pt x="4128" y="6839"/>
                </a:lnTo>
                <a:lnTo>
                  <a:pt x="4055" y="6619"/>
                </a:lnTo>
                <a:lnTo>
                  <a:pt x="3982" y="6399"/>
                </a:lnTo>
                <a:lnTo>
                  <a:pt x="3933" y="6204"/>
                </a:lnTo>
                <a:lnTo>
                  <a:pt x="3860" y="6008"/>
                </a:lnTo>
                <a:lnTo>
                  <a:pt x="3762" y="5813"/>
                </a:lnTo>
                <a:lnTo>
                  <a:pt x="3615" y="5617"/>
                </a:lnTo>
                <a:lnTo>
                  <a:pt x="3469" y="5495"/>
                </a:lnTo>
                <a:lnTo>
                  <a:pt x="3322" y="5398"/>
                </a:lnTo>
                <a:lnTo>
                  <a:pt x="3176" y="5324"/>
                </a:lnTo>
                <a:lnTo>
                  <a:pt x="3029" y="5275"/>
                </a:lnTo>
                <a:lnTo>
                  <a:pt x="2858" y="5251"/>
                </a:lnTo>
                <a:lnTo>
                  <a:pt x="2712" y="5251"/>
                </a:lnTo>
                <a:lnTo>
                  <a:pt x="2565" y="5275"/>
                </a:lnTo>
                <a:lnTo>
                  <a:pt x="2419" y="5324"/>
                </a:lnTo>
                <a:lnTo>
                  <a:pt x="2248" y="5373"/>
                </a:lnTo>
                <a:lnTo>
                  <a:pt x="2101" y="5446"/>
                </a:lnTo>
                <a:lnTo>
                  <a:pt x="1808" y="5642"/>
                </a:lnTo>
                <a:lnTo>
                  <a:pt x="1515" y="5886"/>
                </a:lnTo>
                <a:lnTo>
                  <a:pt x="1246" y="6155"/>
                </a:lnTo>
                <a:lnTo>
                  <a:pt x="978" y="6448"/>
                </a:lnTo>
                <a:lnTo>
                  <a:pt x="758" y="6765"/>
                </a:lnTo>
                <a:lnTo>
                  <a:pt x="538" y="7058"/>
                </a:lnTo>
                <a:lnTo>
                  <a:pt x="367" y="7327"/>
                </a:lnTo>
                <a:lnTo>
                  <a:pt x="99" y="7791"/>
                </a:lnTo>
                <a:lnTo>
                  <a:pt x="25" y="7938"/>
                </a:lnTo>
                <a:lnTo>
                  <a:pt x="1" y="8035"/>
                </a:lnTo>
                <a:lnTo>
                  <a:pt x="25" y="8231"/>
                </a:lnTo>
                <a:lnTo>
                  <a:pt x="74" y="8402"/>
                </a:lnTo>
                <a:lnTo>
                  <a:pt x="172" y="8597"/>
                </a:lnTo>
                <a:lnTo>
                  <a:pt x="294" y="8744"/>
                </a:lnTo>
                <a:lnTo>
                  <a:pt x="587" y="9012"/>
                </a:lnTo>
                <a:lnTo>
                  <a:pt x="880" y="9256"/>
                </a:lnTo>
                <a:lnTo>
                  <a:pt x="1417" y="9696"/>
                </a:lnTo>
                <a:lnTo>
                  <a:pt x="1906" y="10062"/>
                </a:lnTo>
                <a:lnTo>
                  <a:pt x="2101" y="10233"/>
                </a:lnTo>
                <a:lnTo>
                  <a:pt x="2297" y="10404"/>
                </a:lnTo>
                <a:lnTo>
                  <a:pt x="2419" y="10575"/>
                </a:lnTo>
                <a:lnTo>
                  <a:pt x="2541" y="10746"/>
                </a:lnTo>
                <a:lnTo>
                  <a:pt x="2590" y="10917"/>
                </a:lnTo>
                <a:lnTo>
                  <a:pt x="2590" y="11113"/>
                </a:lnTo>
                <a:lnTo>
                  <a:pt x="2541" y="11308"/>
                </a:lnTo>
                <a:lnTo>
                  <a:pt x="2443" y="11528"/>
                </a:lnTo>
                <a:lnTo>
                  <a:pt x="2272" y="11772"/>
                </a:lnTo>
                <a:lnTo>
                  <a:pt x="2004" y="12041"/>
                </a:lnTo>
                <a:lnTo>
                  <a:pt x="1833" y="12212"/>
                </a:lnTo>
                <a:lnTo>
                  <a:pt x="1637" y="12309"/>
                </a:lnTo>
                <a:lnTo>
                  <a:pt x="1417" y="12383"/>
                </a:lnTo>
                <a:lnTo>
                  <a:pt x="1222" y="12431"/>
                </a:lnTo>
                <a:lnTo>
                  <a:pt x="1002" y="12480"/>
                </a:lnTo>
                <a:lnTo>
                  <a:pt x="782" y="12578"/>
                </a:lnTo>
                <a:lnTo>
                  <a:pt x="587" y="12700"/>
                </a:lnTo>
                <a:lnTo>
                  <a:pt x="367" y="12871"/>
                </a:lnTo>
                <a:lnTo>
                  <a:pt x="196" y="13066"/>
                </a:lnTo>
                <a:lnTo>
                  <a:pt x="99" y="13286"/>
                </a:lnTo>
                <a:lnTo>
                  <a:pt x="25" y="13530"/>
                </a:lnTo>
                <a:lnTo>
                  <a:pt x="1" y="13799"/>
                </a:lnTo>
                <a:lnTo>
                  <a:pt x="25" y="14019"/>
                </a:lnTo>
                <a:lnTo>
                  <a:pt x="50" y="14239"/>
                </a:lnTo>
                <a:lnTo>
                  <a:pt x="123" y="14434"/>
                </a:lnTo>
                <a:lnTo>
                  <a:pt x="221" y="14654"/>
                </a:lnTo>
                <a:lnTo>
                  <a:pt x="318" y="14825"/>
                </a:lnTo>
                <a:lnTo>
                  <a:pt x="440" y="15020"/>
                </a:lnTo>
                <a:lnTo>
                  <a:pt x="563" y="15191"/>
                </a:lnTo>
                <a:lnTo>
                  <a:pt x="709" y="15362"/>
                </a:lnTo>
                <a:lnTo>
                  <a:pt x="880" y="15509"/>
                </a:lnTo>
                <a:lnTo>
                  <a:pt x="1051" y="15631"/>
                </a:lnTo>
                <a:lnTo>
                  <a:pt x="1246" y="15753"/>
                </a:lnTo>
                <a:lnTo>
                  <a:pt x="1442" y="15875"/>
                </a:lnTo>
                <a:lnTo>
                  <a:pt x="1637" y="15948"/>
                </a:lnTo>
                <a:lnTo>
                  <a:pt x="1857" y="16022"/>
                </a:lnTo>
                <a:lnTo>
                  <a:pt x="2052" y="16046"/>
                </a:lnTo>
                <a:lnTo>
                  <a:pt x="2272" y="16070"/>
                </a:lnTo>
                <a:lnTo>
                  <a:pt x="2541" y="16046"/>
                </a:lnTo>
                <a:lnTo>
                  <a:pt x="2785" y="15973"/>
                </a:lnTo>
                <a:lnTo>
                  <a:pt x="3005" y="15875"/>
                </a:lnTo>
                <a:lnTo>
                  <a:pt x="3200" y="15704"/>
                </a:lnTo>
                <a:lnTo>
                  <a:pt x="3371" y="15509"/>
                </a:lnTo>
                <a:lnTo>
                  <a:pt x="3493" y="15289"/>
                </a:lnTo>
                <a:lnTo>
                  <a:pt x="3567" y="15094"/>
                </a:lnTo>
                <a:lnTo>
                  <a:pt x="3615" y="14874"/>
                </a:lnTo>
                <a:lnTo>
                  <a:pt x="3689" y="14654"/>
                </a:lnTo>
                <a:lnTo>
                  <a:pt x="3762" y="14459"/>
                </a:lnTo>
                <a:lnTo>
                  <a:pt x="3860" y="14239"/>
                </a:lnTo>
                <a:lnTo>
                  <a:pt x="4031" y="14068"/>
                </a:lnTo>
                <a:lnTo>
                  <a:pt x="4299" y="13824"/>
                </a:lnTo>
                <a:lnTo>
                  <a:pt x="4544" y="13628"/>
                </a:lnTo>
                <a:lnTo>
                  <a:pt x="4763" y="13530"/>
                </a:lnTo>
                <a:lnTo>
                  <a:pt x="4959" y="13482"/>
                </a:lnTo>
                <a:lnTo>
                  <a:pt x="5154" y="13482"/>
                </a:lnTo>
                <a:lnTo>
                  <a:pt x="5325" y="13530"/>
                </a:lnTo>
                <a:lnTo>
                  <a:pt x="5496" y="13653"/>
                </a:lnTo>
                <a:lnTo>
                  <a:pt x="5667" y="13775"/>
                </a:lnTo>
                <a:lnTo>
                  <a:pt x="5838" y="13970"/>
                </a:lnTo>
                <a:lnTo>
                  <a:pt x="6009" y="14165"/>
                </a:lnTo>
                <a:lnTo>
                  <a:pt x="6375" y="14654"/>
                </a:lnTo>
                <a:lnTo>
                  <a:pt x="6815" y="15191"/>
                </a:lnTo>
                <a:lnTo>
                  <a:pt x="7059" y="15484"/>
                </a:lnTo>
                <a:lnTo>
                  <a:pt x="7328" y="15777"/>
                </a:lnTo>
                <a:lnTo>
                  <a:pt x="7474" y="15899"/>
                </a:lnTo>
                <a:lnTo>
                  <a:pt x="7670" y="15997"/>
                </a:lnTo>
                <a:lnTo>
                  <a:pt x="7841" y="16046"/>
                </a:lnTo>
                <a:lnTo>
                  <a:pt x="8036" y="16070"/>
                </a:lnTo>
                <a:lnTo>
                  <a:pt x="8134" y="16046"/>
                </a:lnTo>
                <a:lnTo>
                  <a:pt x="8280" y="15973"/>
                </a:lnTo>
                <a:lnTo>
                  <a:pt x="8744" y="15704"/>
                </a:lnTo>
                <a:lnTo>
                  <a:pt x="9013" y="15533"/>
                </a:lnTo>
                <a:lnTo>
                  <a:pt x="9306" y="15313"/>
                </a:lnTo>
                <a:lnTo>
                  <a:pt x="9623" y="15094"/>
                </a:lnTo>
                <a:lnTo>
                  <a:pt x="9917" y="14825"/>
                </a:lnTo>
                <a:lnTo>
                  <a:pt x="10185" y="14556"/>
                </a:lnTo>
                <a:lnTo>
                  <a:pt x="10429" y="14263"/>
                </a:lnTo>
                <a:lnTo>
                  <a:pt x="10625" y="13970"/>
                </a:lnTo>
                <a:lnTo>
                  <a:pt x="10698" y="13824"/>
                </a:lnTo>
                <a:lnTo>
                  <a:pt x="10747" y="13653"/>
                </a:lnTo>
                <a:lnTo>
                  <a:pt x="10796" y="13506"/>
                </a:lnTo>
                <a:lnTo>
                  <a:pt x="10820" y="13359"/>
                </a:lnTo>
                <a:lnTo>
                  <a:pt x="10820" y="13213"/>
                </a:lnTo>
                <a:lnTo>
                  <a:pt x="10796" y="13042"/>
                </a:lnTo>
                <a:lnTo>
                  <a:pt x="10747" y="12895"/>
                </a:lnTo>
                <a:lnTo>
                  <a:pt x="10674" y="12749"/>
                </a:lnTo>
                <a:lnTo>
                  <a:pt x="10576" y="12602"/>
                </a:lnTo>
                <a:lnTo>
                  <a:pt x="10454" y="12456"/>
                </a:lnTo>
                <a:lnTo>
                  <a:pt x="10258" y="12309"/>
                </a:lnTo>
                <a:lnTo>
                  <a:pt x="10063" y="12212"/>
                </a:lnTo>
                <a:lnTo>
                  <a:pt x="9868" y="12138"/>
                </a:lnTo>
                <a:lnTo>
                  <a:pt x="9648" y="12065"/>
                </a:lnTo>
                <a:lnTo>
                  <a:pt x="9428" y="12016"/>
                </a:lnTo>
                <a:lnTo>
                  <a:pt x="9208" y="11919"/>
                </a:lnTo>
                <a:lnTo>
                  <a:pt x="9013" y="11821"/>
                </a:lnTo>
                <a:lnTo>
                  <a:pt x="8818" y="11650"/>
                </a:lnTo>
                <a:lnTo>
                  <a:pt x="8647" y="11454"/>
                </a:lnTo>
                <a:lnTo>
                  <a:pt x="8549" y="11235"/>
                </a:lnTo>
                <a:lnTo>
                  <a:pt x="8476" y="10990"/>
                </a:lnTo>
                <a:lnTo>
                  <a:pt x="8451" y="10697"/>
                </a:lnTo>
                <a:lnTo>
                  <a:pt x="8476" y="10502"/>
                </a:lnTo>
                <a:lnTo>
                  <a:pt x="8500" y="10282"/>
                </a:lnTo>
                <a:lnTo>
                  <a:pt x="8573" y="10087"/>
                </a:lnTo>
                <a:lnTo>
                  <a:pt x="8647" y="9891"/>
                </a:lnTo>
                <a:lnTo>
                  <a:pt x="8744" y="9696"/>
                </a:lnTo>
                <a:lnTo>
                  <a:pt x="8866" y="9501"/>
                </a:lnTo>
                <a:lnTo>
                  <a:pt x="9013" y="9330"/>
                </a:lnTo>
                <a:lnTo>
                  <a:pt x="9159" y="9159"/>
                </a:lnTo>
                <a:lnTo>
                  <a:pt x="9330" y="9012"/>
                </a:lnTo>
                <a:lnTo>
                  <a:pt x="9501" y="8890"/>
                </a:lnTo>
                <a:lnTo>
                  <a:pt x="9672" y="8768"/>
                </a:lnTo>
                <a:lnTo>
                  <a:pt x="9868" y="8646"/>
                </a:lnTo>
                <a:lnTo>
                  <a:pt x="10063" y="8573"/>
                </a:lnTo>
                <a:lnTo>
                  <a:pt x="10283" y="8499"/>
                </a:lnTo>
                <a:lnTo>
                  <a:pt x="10503" y="8475"/>
                </a:lnTo>
                <a:lnTo>
                  <a:pt x="10698" y="8450"/>
                </a:lnTo>
                <a:lnTo>
                  <a:pt x="10967" y="8475"/>
                </a:lnTo>
                <a:lnTo>
                  <a:pt x="11211" y="8548"/>
                </a:lnTo>
                <a:lnTo>
                  <a:pt x="11455" y="8646"/>
                </a:lnTo>
                <a:lnTo>
                  <a:pt x="11651" y="8817"/>
                </a:lnTo>
                <a:lnTo>
                  <a:pt x="11822" y="9012"/>
                </a:lnTo>
                <a:lnTo>
                  <a:pt x="11944" y="9232"/>
                </a:lnTo>
                <a:lnTo>
                  <a:pt x="12017" y="9452"/>
                </a:lnTo>
                <a:lnTo>
                  <a:pt x="12090" y="9672"/>
                </a:lnTo>
                <a:lnTo>
                  <a:pt x="12139" y="9867"/>
                </a:lnTo>
                <a:lnTo>
                  <a:pt x="12212" y="10062"/>
                </a:lnTo>
                <a:lnTo>
                  <a:pt x="12310" y="10258"/>
                </a:lnTo>
                <a:lnTo>
                  <a:pt x="12457" y="10453"/>
                </a:lnTo>
                <a:lnTo>
                  <a:pt x="12603" y="10575"/>
                </a:lnTo>
                <a:lnTo>
                  <a:pt x="12750" y="10673"/>
                </a:lnTo>
                <a:lnTo>
                  <a:pt x="12896" y="10746"/>
                </a:lnTo>
                <a:lnTo>
                  <a:pt x="13043" y="10795"/>
                </a:lnTo>
                <a:lnTo>
                  <a:pt x="13214" y="10819"/>
                </a:lnTo>
                <a:lnTo>
                  <a:pt x="13360" y="10819"/>
                </a:lnTo>
                <a:lnTo>
                  <a:pt x="13507" y="10795"/>
                </a:lnTo>
                <a:lnTo>
                  <a:pt x="13653" y="10746"/>
                </a:lnTo>
                <a:lnTo>
                  <a:pt x="13824" y="10697"/>
                </a:lnTo>
                <a:lnTo>
                  <a:pt x="13971" y="10624"/>
                </a:lnTo>
                <a:lnTo>
                  <a:pt x="14264" y="10429"/>
                </a:lnTo>
                <a:lnTo>
                  <a:pt x="14557" y="10184"/>
                </a:lnTo>
                <a:lnTo>
                  <a:pt x="14826" y="9916"/>
                </a:lnTo>
                <a:lnTo>
                  <a:pt x="15094" y="9623"/>
                </a:lnTo>
                <a:lnTo>
                  <a:pt x="15314" y="9305"/>
                </a:lnTo>
                <a:lnTo>
                  <a:pt x="15534" y="9012"/>
                </a:lnTo>
                <a:lnTo>
                  <a:pt x="15705" y="8744"/>
                </a:lnTo>
                <a:lnTo>
                  <a:pt x="15973" y="8279"/>
                </a:lnTo>
                <a:lnTo>
                  <a:pt x="16047" y="8133"/>
                </a:lnTo>
                <a:lnTo>
                  <a:pt x="16071" y="8035"/>
                </a:lnTo>
                <a:lnTo>
                  <a:pt x="16047" y="7840"/>
                </a:lnTo>
                <a:lnTo>
                  <a:pt x="15998" y="7669"/>
                </a:lnTo>
                <a:lnTo>
                  <a:pt x="15900" y="7474"/>
                </a:lnTo>
                <a:lnTo>
                  <a:pt x="15778" y="7327"/>
                </a:lnTo>
                <a:lnTo>
                  <a:pt x="15485" y="7058"/>
                </a:lnTo>
                <a:lnTo>
                  <a:pt x="15192" y="6814"/>
                </a:lnTo>
                <a:lnTo>
                  <a:pt x="14655" y="6374"/>
                </a:lnTo>
                <a:lnTo>
                  <a:pt x="14166" y="6008"/>
                </a:lnTo>
                <a:lnTo>
                  <a:pt x="13971" y="5837"/>
                </a:lnTo>
                <a:lnTo>
                  <a:pt x="13775" y="5666"/>
                </a:lnTo>
                <a:lnTo>
                  <a:pt x="13653" y="5495"/>
                </a:lnTo>
                <a:lnTo>
                  <a:pt x="13531" y="5324"/>
                </a:lnTo>
                <a:lnTo>
                  <a:pt x="13482" y="5153"/>
                </a:lnTo>
                <a:lnTo>
                  <a:pt x="13482" y="4958"/>
                </a:lnTo>
                <a:lnTo>
                  <a:pt x="13531" y="4763"/>
                </a:lnTo>
                <a:lnTo>
                  <a:pt x="13629" y="4543"/>
                </a:lnTo>
                <a:lnTo>
                  <a:pt x="13800" y="4299"/>
                </a:lnTo>
                <a:lnTo>
                  <a:pt x="14068" y="4030"/>
                </a:lnTo>
                <a:lnTo>
                  <a:pt x="14239" y="3859"/>
                </a:lnTo>
                <a:lnTo>
                  <a:pt x="14435" y="3761"/>
                </a:lnTo>
                <a:lnTo>
                  <a:pt x="14655" y="3688"/>
                </a:lnTo>
                <a:lnTo>
                  <a:pt x="14850" y="3639"/>
                </a:lnTo>
                <a:lnTo>
                  <a:pt x="15070" y="3590"/>
                </a:lnTo>
                <a:lnTo>
                  <a:pt x="15290" y="3493"/>
                </a:lnTo>
                <a:lnTo>
                  <a:pt x="15485" y="3370"/>
                </a:lnTo>
                <a:lnTo>
                  <a:pt x="15705" y="3199"/>
                </a:lnTo>
                <a:lnTo>
                  <a:pt x="15876" y="3004"/>
                </a:lnTo>
                <a:lnTo>
                  <a:pt x="15973" y="2784"/>
                </a:lnTo>
                <a:lnTo>
                  <a:pt x="16047" y="2540"/>
                </a:lnTo>
                <a:lnTo>
                  <a:pt x="16071" y="2271"/>
                </a:lnTo>
                <a:lnTo>
                  <a:pt x="16047" y="2052"/>
                </a:lnTo>
                <a:lnTo>
                  <a:pt x="16022" y="1832"/>
                </a:lnTo>
                <a:lnTo>
                  <a:pt x="15949" y="1636"/>
                </a:lnTo>
                <a:lnTo>
                  <a:pt x="15851" y="1417"/>
                </a:lnTo>
                <a:lnTo>
                  <a:pt x="15754" y="1246"/>
                </a:lnTo>
                <a:lnTo>
                  <a:pt x="15632" y="1050"/>
                </a:lnTo>
                <a:lnTo>
                  <a:pt x="15509" y="879"/>
                </a:lnTo>
                <a:lnTo>
                  <a:pt x="15363" y="708"/>
                </a:lnTo>
                <a:lnTo>
                  <a:pt x="15192" y="562"/>
                </a:lnTo>
                <a:lnTo>
                  <a:pt x="15021" y="440"/>
                </a:lnTo>
                <a:lnTo>
                  <a:pt x="14826" y="318"/>
                </a:lnTo>
                <a:lnTo>
                  <a:pt x="14630" y="195"/>
                </a:lnTo>
                <a:lnTo>
                  <a:pt x="14435" y="122"/>
                </a:lnTo>
                <a:lnTo>
                  <a:pt x="14215" y="49"/>
                </a:lnTo>
                <a:lnTo>
                  <a:pt x="14020" y="24"/>
                </a:lnTo>
                <a:lnTo>
                  <a:pt x="13800" y="0"/>
                </a:lnTo>
                <a:lnTo>
                  <a:pt x="13531" y="24"/>
                </a:lnTo>
                <a:lnTo>
                  <a:pt x="13287" y="98"/>
                </a:lnTo>
                <a:lnTo>
                  <a:pt x="13067" y="195"/>
                </a:lnTo>
                <a:lnTo>
                  <a:pt x="12872" y="366"/>
                </a:lnTo>
                <a:lnTo>
                  <a:pt x="12701" y="562"/>
                </a:lnTo>
                <a:lnTo>
                  <a:pt x="12579" y="782"/>
                </a:lnTo>
                <a:lnTo>
                  <a:pt x="12505" y="977"/>
                </a:lnTo>
                <a:lnTo>
                  <a:pt x="12457" y="1197"/>
                </a:lnTo>
                <a:lnTo>
                  <a:pt x="12383" y="1417"/>
                </a:lnTo>
                <a:lnTo>
                  <a:pt x="12310" y="1612"/>
                </a:lnTo>
                <a:lnTo>
                  <a:pt x="12212" y="1832"/>
                </a:lnTo>
                <a:lnTo>
                  <a:pt x="12041" y="2003"/>
                </a:lnTo>
                <a:lnTo>
                  <a:pt x="11773" y="2271"/>
                </a:lnTo>
                <a:lnTo>
                  <a:pt x="11528" y="2442"/>
                </a:lnTo>
                <a:lnTo>
                  <a:pt x="11309" y="2540"/>
                </a:lnTo>
                <a:lnTo>
                  <a:pt x="11113" y="2589"/>
                </a:lnTo>
                <a:lnTo>
                  <a:pt x="10918" y="2589"/>
                </a:lnTo>
                <a:lnTo>
                  <a:pt x="10747" y="2540"/>
                </a:lnTo>
                <a:lnTo>
                  <a:pt x="10576" y="2418"/>
                </a:lnTo>
                <a:lnTo>
                  <a:pt x="10405" y="2296"/>
                </a:lnTo>
                <a:lnTo>
                  <a:pt x="10234" y="2100"/>
                </a:lnTo>
                <a:lnTo>
                  <a:pt x="10063" y="1905"/>
                </a:lnTo>
                <a:lnTo>
                  <a:pt x="9697" y="1417"/>
                </a:lnTo>
                <a:lnTo>
                  <a:pt x="9257" y="879"/>
                </a:lnTo>
                <a:lnTo>
                  <a:pt x="9013" y="586"/>
                </a:lnTo>
                <a:lnTo>
                  <a:pt x="8744" y="293"/>
                </a:lnTo>
                <a:lnTo>
                  <a:pt x="8598" y="171"/>
                </a:lnTo>
                <a:lnTo>
                  <a:pt x="8402" y="73"/>
                </a:lnTo>
                <a:lnTo>
                  <a:pt x="8231" y="24"/>
                </a:lnTo>
                <a:lnTo>
                  <a:pt x="8036" y="0"/>
                </a:lnTo>
                <a:close/>
              </a:path>
            </a:pathLst>
          </a:custGeom>
          <a:solidFill>
            <a:schemeClr val="lt1"/>
          </a:solidFill>
          <a:ln>
            <a:noFill/>
          </a:ln>
          <a:effectLst>
            <a:outerShdw blurRad="28575" rotWithShape="0" algn="bl" dir="2700000" dist="19050">
              <a:schemeClr val="dk1">
                <a:alpha val="20000"/>
              </a:schemeClr>
            </a:outerShdw>
          </a:effectLst>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pic>
        <p:nvPicPr>
          <p:cNvPr descr="pavlovsk_railing_of_bridge_yellow_palace_winter_bw_threshold" id="162" name="Google Shape;162;p6"/>
          <p:cNvPicPr preferRelativeResize="0"/>
          <p:nvPr/>
        </p:nvPicPr>
        <p:blipFill rotWithShape="1">
          <a:blip r:embed="rId3">
            <a:alphaModFix/>
          </a:blip>
          <a:srcRect b="0" l="0" r="0" t="0"/>
          <a:stretch/>
        </p:blipFill>
        <p:spPr>
          <a:xfrm>
            <a:off x="7896906" y="3572214"/>
            <a:ext cx="3573409" cy="2412051"/>
          </a:xfrm>
          <a:prstGeom prst="rect">
            <a:avLst/>
          </a:prstGeom>
          <a:noFill/>
          <a:ln>
            <a:noFill/>
          </a:ln>
        </p:spPr>
      </p:pic>
      <p:sp>
        <p:nvSpPr>
          <p:cNvPr id="163" name="Google Shape;163;p6"/>
          <p:cNvSpPr txBox="1"/>
          <p:nvPr>
            <p:ph type="title"/>
          </p:nvPr>
        </p:nvSpPr>
        <p:spPr>
          <a:xfrm>
            <a:off x="1009649" y="597006"/>
            <a:ext cx="2717559" cy="528400"/>
          </a:xfrm>
          <a:prstGeom prst="rect">
            <a:avLst/>
          </a:prstGeom>
          <a:noFill/>
          <a:ln>
            <a:noFill/>
          </a:ln>
        </p:spPr>
        <p:txBody>
          <a:bodyPr anchorCtr="0" anchor="b" bIns="0" lIns="0" spcFirstLastPara="1" rIns="0" wrap="square" tIns="0">
            <a:noAutofit/>
          </a:bodyPr>
          <a:lstStyle/>
          <a:p>
            <a:pPr indent="0" lvl="0" marL="0" rtl="0" algn="ctr">
              <a:spcBef>
                <a:spcPts val="0"/>
              </a:spcBef>
              <a:spcAft>
                <a:spcPts val="0"/>
              </a:spcAft>
              <a:buClr>
                <a:srgbClr val="3F3F3F"/>
              </a:buClr>
              <a:buSzPts val="3600"/>
              <a:buFont typeface="Bebas Neue"/>
              <a:buNone/>
            </a:pPr>
            <a:r>
              <a:rPr lang="en-US">
                <a:solidFill>
                  <a:srgbClr val="3F3F3F"/>
                </a:solidFill>
                <a:latin typeface="Bebas Neue"/>
                <a:ea typeface="Bebas Neue"/>
                <a:cs typeface="Bebas Neue"/>
                <a:sym typeface="Bebas Neue"/>
              </a:rPr>
              <a:t>Thresholding</a:t>
            </a:r>
            <a:endParaRPr>
              <a:solidFill>
                <a:srgbClr val="3F3F3F"/>
              </a:solidFill>
              <a:latin typeface="Bebas Neue"/>
              <a:ea typeface="Bebas Neue"/>
              <a:cs typeface="Bebas Neue"/>
              <a:sym typeface="Bebas Neue"/>
            </a:endParaRPr>
          </a:p>
        </p:txBody>
      </p:sp>
      <p:sp>
        <p:nvSpPr>
          <p:cNvPr id="164" name="Google Shape;164;p6"/>
          <p:cNvSpPr txBox="1"/>
          <p:nvPr>
            <p:ph idx="12" type="sldNum"/>
          </p:nvPr>
        </p:nvSpPr>
        <p:spPr>
          <a:xfrm>
            <a:off x="11205845" y="6231535"/>
            <a:ext cx="731600" cy="5248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chemeClr val="dk1"/>
              </a:buClr>
              <a:buSzPts val="1800"/>
              <a:buFont typeface="Arial"/>
              <a:buNone/>
            </a:pPr>
            <a:fld id="{00000000-1234-1234-1234-123412341234}" type="slidenum">
              <a:rPr lang="en-US"/>
              <a:t>‹#›</a:t>
            </a:fld>
            <a:endParaRPr/>
          </a:p>
        </p:txBody>
      </p:sp>
      <p:grpSp>
        <p:nvGrpSpPr>
          <p:cNvPr id="165" name="Google Shape;165;p6"/>
          <p:cNvGrpSpPr/>
          <p:nvPr/>
        </p:nvGrpSpPr>
        <p:grpSpPr>
          <a:xfrm>
            <a:off x="215321" y="505610"/>
            <a:ext cx="679039" cy="564901"/>
            <a:chOff x="1926350" y="995225"/>
            <a:chExt cx="428650" cy="356600"/>
          </a:xfrm>
        </p:grpSpPr>
        <p:sp>
          <p:nvSpPr>
            <p:cNvPr id="166" name="Google Shape;166;p6"/>
            <p:cNvSpPr/>
            <p:nvPr/>
          </p:nvSpPr>
          <p:spPr>
            <a:xfrm>
              <a:off x="1926350" y="1298075"/>
              <a:ext cx="208225" cy="53750"/>
            </a:xfrm>
            <a:custGeom>
              <a:rect b="b" l="l" r="r" t="t"/>
              <a:pathLst>
                <a:path extrusionOk="0" h="2150" w="8329">
                  <a:moveTo>
                    <a:pt x="0" y="0"/>
                  </a:moveTo>
                  <a:lnTo>
                    <a:pt x="0" y="489"/>
                  </a:lnTo>
                  <a:lnTo>
                    <a:pt x="25" y="635"/>
                  </a:lnTo>
                  <a:lnTo>
                    <a:pt x="74" y="758"/>
                  </a:lnTo>
                  <a:lnTo>
                    <a:pt x="147" y="855"/>
                  </a:lnTo>
                  <a:lnTo>
                    <a:pt x="245" y="953"/>
                  </a:lnTo>
                  <a:lnTo>
                    <a:pt x="391" y="1026"/>
                  </a:lnTo>
                  <a:lnTo>
                    <a:pt x="562" y="1051"/>
                  </a:lnTo>
                  <a:lnTo>
                    <a:pt x="733" y="1026"/>
                  </a:lnTo>
                  <a:lnTo>
                    <a:pt x="1295" y="855"/>
                  </a:lnTo>
                  <a:lnTo>
                    <a:pt x="1661" y="782"/>
                  </a:lnTo>
                  <a:lnTo>
                    <a:pt x="2076" y="684"/>
                  </a:lnTo>
                  <a:lnTo>
                    <a:pt x="2540" y="611"/>
                  </a:lnTo>
                  <a:lnTo>
                    <a:pt x="3029" y="562"/>
                  </a:lnTo>
                  <a:lnTo>
                    <a:pt x="3591" y="513"/>
                  </a:lnTo>
                  <a:lnTo>
                    <a:pt x="4177" y="489"/>
                  </a:lnTo>
                  <a:lnTo>
                    <a:pt x="4616" y="513"/>
                  </a:lnTo>
                  <a:lnTo>
                    <a:pt x="5032" y="538"/>
                  </a:lnTo>
                  <a:lnTo>
                    <a:pt x="5422" y="611"/>
                  </a:lnTo>
                  <a:lnTo>
                    <a:pt x="5789" y="684"/>
                  </a:lnTo>
                  <a:lnTo>
                    <a:pt x="6131" y="782"/>
                  </a:lnTo>
                  <a:lnTo>
                    <a:pt x="6448" y="880"/>
                  </a:lnTo>
                  <a:lnTo>
                    <a:pt x="6717" y="1002"/>
                  </a:lnTo>
                  <a:lnTo>
                    <a:pt x="6985" y="1124"/>
                  </a:lnTo>
                  <a:lnTo>
                    <a:pt x="7205" y="1246"/>
                  </a:lnTo>
                  <a:lnTo>
                    <a:pt x="7425" y="1393"/>
                  </a:lnTo>
                  <a:lnTo>
                    <a:pt x="7791" y="1661"/>
                  </a:lnTo>
                  <a:lnTo>
                    <a:pt x="8084" y="1930"/>
                  </a:lnTo>
                  <a:lnTo>
                    <a:pt x="8329" y="2150"/>
                  </a:lnTo>
                  <a:lnTo>
                    <a:pt x="8329" y="1661"/>
                  </a:lnTo>
                  <a:lnTo>
                    <a:pt x="8084" y="1441"/>
                  </a:lnTo>
                  <a:lnTo>
                    <a:pt x="7791" y="1173"/>
                  </a:lnTo>
                  <a:lnTo>
                    <a:pt x="7425" y="904"/>
                  </a:lnTo>
                  <a:lnTo>
                    <a:pt x="7205" y="758"/>
                  </a:lnTo>
                  <a:lnTo>
                    <a:pt x="6985" y="635"/>
                  </a:lnTo>
                  <a:lnTo>
                    <a:pt x="6717" y="513"/>
                  </a:lnTo>
                  <a:lnTo>
                    <a:pt x="6448" y="391"/>
                  </a:lnTo>
                  <a:lnTo>
                    <a:pt x="6131" y="294"/>
                  </a:lnTo>
                  <a:lnTo>
                    <a:pt x="5789" y="196"/>
                  </a:lnTo>
                  <a:lnTo>
                    <a:pt x="5422" y="123"/>
                  </a:lnTo>
                  <a:lnTo>
                    <a:pt x="5032" y="49"/>
                  </a:lnTo>
                  <a:lnTo>
                    <a:pt x="4616" y="25"/>
                  </a:lnTo>
                  <a:lnTo>
                    <a:pt x="4177" y="0"/>
                  </a:lnTo>
                  <a:lnTo>
                    <a:pt x="3591" y="25"/>
                  </a:lnTo>
                  <a:lnTo>
                    <a:pt x="3029" y="74"/>
                  </a:lnTo>
                  <a:lnTo>
                    <a:pt x="2540" y="123"/>
                  </a:lnTo>
                  <a:lnTo>
                    <a:pt x="2076" y="196"/>
                  </a:lnTo>
                  <a:lnTo>
                    <a:pt x="1661" y="294"/>
                  </a:lnTo>
                  <a:lnTo>
                    <a:pt x="1295" y="367"/>
                  </a:lnTo>
                  <a:lnTo>
                    <a:pt x="733" y="538"/>
                  </a:lnTo>
                  <a:lnTo>
                    <a:pt x="562" y="562"/>
                  </a:lnTo>
                  <a:lnTo>
                    <a:pt x="391" y="538"/>
                  </a:lnTo>
                  <a:lnTo>
                    <a:pt x="245" y="465"/>
                  </a:lnTo>
                  <a:lnTo>
                    <a:pt x="147" y="367"/>
                  </a:lnTo>
                  <a:lnTo>
                    <a:pt x="74" y="269"/>
                  </a:lnTo>
                  <a:lnTo>
                    <a:pt x="25" y="147"/>
                  </a:lnTo>
                  <a:lnTo>
                    <a:pt x="0" y="0"/>
                  </a:lnTo>
                  <a:close/>
                </a:path>
              </a:pathLst>
            </a:custGeom>
            <a:solidFill>
              <a:schemeClr val="lt1"/>
            </a:solidFill>
            <a:ln>
              <a:noFill/>
            </a:ln>
            <a:effectLst>
              <a:outerShdw blurRad="28575" rotWithShape="0" algn="bl" dir="2700000" dist="19050">
                <a:schemeClr val="dk1">
                  <a:alpha val="20000"/>
                </a:schemeClr>
              </a:outerShdw>
            </a:effectLst>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167" name="Google Shape;167;p6"/>
            <p:cNvSpPr/>
            <p:nvPr/>
          </p:nvSpPr>
          <p:spPr>
            <a:xfrm>
              <a:off x="2146775" y="1298075"/>
              <a:ext cx="208225" cy="53750"/>
            </a:xfrm>
            <a:custGeom>
              <a:rect b="b" l="l" r="r" t="t"/>
              <a:pathLst>
                <a:path extrusionOk="0" h="2150" w="8329">
                  <a:moveTo>
                    <a:pt x="4152" y="0"/>
                  </a:moveTo>
                  <a:lnTo>
                    <a:pt x="3712" y="25"/>
                  </a:lnTo>
                  <a:lnTo>
                    <a:pt x="3297" y="49"/>
                  </a:lnTo>
                  <a:lnTo>
                    <a:pt x="2907" y="123"/>
                  </a:lnTo>
                  <a:lnTo>
                    <a:pt x="2540" y="196"/>
                  </a:lnTo>
                  <a:lnTo>
                    <a:pt x="2198" y="294"/>
                  </a:lnTo>
                  <a:lnTo>
                    <a:pt x="1881" y="391"/>
                  </a:lnTo>
                  <a:lnTo>
                    <a:pt x="1612" y="513"/>
                  </a:lnTo>
                  <a:lnTo>
                    <a:pt x="1343" y="635"/>
                  </a:lnTo>
                  <a:lnTo>
                    <a:pt x="1124" y="758"/>
                  </a:lnTo>
                  <a:lnTo>
                    <a:pt x="904" y="904"/>
                  </a:lnTo>
                  <a:lnTo>
                    <a:pt x="537" y="1173"/>
                  </a:lnTo>
                  <a:lnTo>
                    <a:pt x="244" y="1441"/>
                  </a:lnTo>
                  <a:lnTo>
                    <a:pt x="0" y="1661"/>
                  </a:lnTo>
                  <a:lnTo>
                    <a:pt x="0" y="2150"/>
                  </a:lnTo>
                  <a:lnTo>
                    <a:pt x="244" y="1930"/>
                  </a:lnTo>
                  <a:lnTo>
                    <a:pt x="537" y="1661"/>
                  </a:lnTo>
                  <a:lnTo>
                    <a:pt x="904" y="1393"/>
                  </a:lnTo>
                  <a:lnTo>
                    <a:pt x="1124" y="1246"/>
                  </a:lnTo>
                  <a:lnTo>
                    <a:pt x="1343" y="1124"/>
                  </a:lnTo>
                  <a:lnTo>
                    <a:pt x="1612" y="1002"/>
                  </a:lnTo>
                  <a:lnTo>
                    <a:pt x="1881" y="880"/>
                  </a:lnTo>
                  <a:lnTo>
                    <a:pt x="2198" y="782"/>
                  </a:lnTo>
                  <a:lnTo>
                    <a:pt x="2540" y="684"/>
                  </a:lnTo>
                  <a:lnTo>
                    <a:pt x="2907" y="611"/>
                  </a:lnTo>
                  <a:lnTo>
                    <a:pt x="3297" y="538"/>
                  </a:lnTo>
                  <a:lnTo>
                    <a:pt x="3712" y="513"/>
                  </a:lnTo>
                  <a:lnTo>
                    <a:pt x="4152" y="489"/>
                  </a:lnTo>
                  <a:lnTo>
                    <a:pt x="4738" y="513"/>
                  </a:lnTo>
                  <a:lnTo>
                    <a:pt x="5300" y="562"/>
                  </a:lnTo>
                  <a:lnTo>
                    <a:pt x="5788" y="611"/>
                  </a:lnTo>
                  <a:lnTo>
                    <a:pt x="6252" y="684"/>
                  </a:lnTo>
                  <a:lnTo>
                    <a:pt x="6668" y="782"/>
                  </a:lnTo>
                  <a:lnTo>
                    <a:pt x="7034" y="855"/>
                  </a:lnTo>
                  <a:lnTo>
                    <a:pt x="7596" y="1026"/>
                  </a:lnTo>
                  <a:lnTo>
                    <a:pt x="7767" y="1051"/>
                  </a:lnTo>
                  <a:lnTo>
                    <a:pt x="7938" y="1026"/>
                  </a:lnTo>
                  <a:lnTo>
                    <a:pt x="8084" y="953"/>
                  </a:lnTo>
                  <a:lnTo>
                    <a:pt x="8182" y="855"/>
                  </a:lnTo>
                  <a:lnTo>
                    <a:pt x="8255" y="758"/>
                  </a:lnTo>
                  <a:lnTo>
                    <a:pt x="8304" y="635"/>
                  </a:lnTo>
                  <a:lnTo>
                    <a:pt x="8328" y="489"/>
                  </a:lnTo>
                  <a:lnTo>
                    <a:pt x="8328" y="0"/>
                  </a:lnTo>
                  <a:lnTo>
                    <a:pt x="8304" y="147"/>
                  </a:lnTo>
                  <a:lnTo>
                    <a:pt x="8255" y="269"/>
                  </a:lnTo>
                  <a:lnTo>
                    <a:pt x="8182" y="367"/>
                  </a:lnTo>
                  <a:lnTo>
                    <a:pt x="8084" y="465"/>
                  </a:lnTo>
                  <a:lnTo>
                    <a:pt x="7938" y="538"/>
                  </a:lnTo>
                  <a:lnTo>
                    <a:pt x="7767" y="562"/>
                  </a:lnTo>
                  <a:lnTo>
                    <a:pt x="7596" y="538"/>
                  </a:lnTo>
                  <a:lnTo>
                    <a:pt x="7034" y="367"/>
                  </a:lnTo>
                  <a:lnTo>
                    <a:pt x="6668" y="294"/>
                  </a:lnTo>
                  <a:lnTo>
                    <a:pt x="6252" y="196"/>
                  </a:lnTo>
                  <a:lnTo>
                    <a:pt x="5788" y="123"/>
                  </a:lnTo>
                  <a:lnTo>
                    <a:pt x="5300" y="74"/>
                  </a:lnTo>
                  <a:lnTo>
                    <a:pt x="4738" y="25"/>
                  </a:lnTo>
                  <a:lnTo>
                    <a:pt x="4152" y="0"/>
                  </a:lnTo>
                  <a:close/>
                </a:path>
              </a:pathLst>
            </a:custGeom>
            <a:solidFill>
              <a:schemeClr val="lt1"/>
            </a:solidFill>
            <a:ln>
              <a:noFill/>
            </a:ln>
            <a:effectLst>
              <a:outerShdw blurRad="28575" rotWithShape="0" algn="bl" dir="2700000" dist="19050">
                <a:schemeClr val="dk1">
                  <a:alpha val="20000"/>
                </a:schemeClr>
              </a:outerShdw>
            </a:effectLst>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168" name="Google Shape;168;p6"/>
            <p:cNvSpPr/>
            <p:nvPr/>
          </p:nvSpPr>
          <p:spPr>
            <a:xfrm>
              <a:off x="1926350" y="995225"/>
              <a:ext cx="208225" cy="332175"/>
            </a:xfrm>
            <a:custGeom>
              <a:rect b="b" l="l" r="r" t="t"/>
              <a:pathLst>
                <a:path extrusionOk="0" h="13287" w="8329">
                  <a:moveTo>
                    <a:pt x="4177" y="1"/>
                  </a:moveTo>
                  <a:lnTo>
                    <a:pt x="3591" y="25"/>
                  </a:lnTo>
                  <a:lnTo>
                    <a:pt x="3029" y="74"/>
                  </a:lnTo>
                  <a:lnTo>
                    <a:pt x="2467" y="196"/>
                  </a:lnTo>
                  <a:lnTo>
                    <a:pt x="1905" y="343"/>
                  </a:lnTo>
                  <a:lnTo>
                    <a:pt x="1393" y="538"/>
                  </a:lnTo>
                  <a:lnTo>
                    <a:pt x="929" y="758"/>
                  </a:lnTo>
                  <a:lnTo>
                    <a:pt x="513" y="978"/>
                  </a:lnTo>
                  <a:lnTo>
                    <a:pt x="342" y="1124"/>
                  </a:lnTo>
                  <a:lnTo>
                    <a:pt x="196" y="1246"/>
                  </a:lnTo>
                  <a:lnTo>
                    <a:pt x="123" y="1319"/>
                  </a:lnTo>
                  <a:lnTo>
                    <a:pt x="49" y="1442"/>
                  </a:lnTo>
                  <a:lnTo>
                    <a:pt x="25" y="1539"/>
                  </a:lnTo>
                  <a:lnTo>
                    <a:pt x="0" y="1661"/>
                  </a:lnTo>
                  <a:lnTo>
                    <a:pt x="0" y="11626"/>
                  </a:lnTo>
                  <a:lnTo>
                    <a:pt x="25" y="11773"/>
                  </a:lnTo>
                  <a:lnTo>
                    <a:pt x="74" y="11895"/>
                  </a:lnTo>
                  <a:lnTo>
                    <a:pt x="147" y="11992"/>
                  </a:lnTo>
                  <a:lnTo>
                    <a:pt x="245" y="12090"/>
                  </a:lnTo>
                  <a:lnTo>
                    <a:pt x="391" y="12163"/>
                  </a:lnTo>
                  <a:lnTo>
                    <a:pt x="562" y="12188"/>
                  </a:lnTo>
                  <a:lnTo>
                    <a:pt x="733" y="12163"/>
                  </a:lnTo>
                  <a:lnTo>
                    <a:pt x="1295" y="11992"/>
                  </a:lnTo>
                  <a:lnTo>
                    <a:pt x="1661" y="11919"/>
                  </a:lnTo>
                  <a:lnTo>
                    <a:pt x="2076" y="11821"/>
                  </a:lnTo>
                  <a:lnTo>
                    <a:pt x="2540" y="11748"/>
                  </a:lnTo>
                  <a:lnTo>
                    <a:pt x="3029" y="11699"/>
                  </a:lnTo>
                  <a:lnTo>
                    <a:pt x="3591" y="11650"/>
                  </a:lnTo>
                  <a:lnTo>
                    <a:pt x="4177" y="11626"/>
                  </a:lnTo>
                  <a:lnTo>
                    <a:pt x="4616" y="11650"/>
                  </a:lnTo>
                  <a:lnTo>
                    <a:pt x="5032" y="11675"/>
                  </a:lnTo>
                  <a:lnTo>
                    <a:pt x="5422" y="11748"/>
                  </a:lnTo>
                  <a:lnTo>
                    <a:pt x="5789" y="11821"/>
                  </a:lnTo>
                  <a:lnTo>
                    <a:pt x="6131" y="11919"/>
                  </a:lnTo>
                  <a:lnTo>
                    <a:pt x="6448" y="12017"/>
                  </a:lnTo>
                  <a:lnTo>
                    <a:pt x="6717" y="12139"/>
                  </a:lnTo>
                  <a:lnTo>
                    <a:pt x="6985" y="12261"/>
                  </a:lnTo>
                  <a:lnTo>
                    <a:pt x="7205" y="12383"/>
                  </a:lnTo>
                  <a:lnTo>
                    <a:pt x="7425" y="12530"/>
                  </a:lnTo>
                  <a:lnTo>
                    <a:pt x="7791" y="12798"/>
                  </a:lnTo>
                  <a:lnTo>
                    <a:pt x="8084" y="13067"/>
                  </a:lnTo>
                  <a:lnTo>
                    <a:pt x="8329" y="13287"/>
                  </a:lnTo>
                  <a:lnTo>
                    <a:pt x="8329" y="2199"/>
                  </a:lnTo>
                  <a:lnTo>
                    <a:pt x="8329" y="2101"/>
                  </a:lnTo>
                  <a:lnTo>
                    <a:pt x="8280" y="1979"/>
                  </a:lnTo>
                  <a:lnTo>
                    <a:pt x="8231" y="1881"/>
                  </a:lnTo>
                  <a:lnTo>
                    <a:pt x="8158" y="1808"/>
                  </a:lnTo>
                  <a:lnTo>
                    <a:pt x="8036" y="1686"/>
                  </a:lnTo>
                  <a:lnTo>
                    <a:pt x="7767" y="1442"/>
                  </a:lnTo>
                  <a:lnTo>
                    <a:pt x="7449" y="1173"/>
                  </a:lnTo>
                  <a:lnTo>
                    <a:pt x="7083" y="904"/>
                  </a:lnTo>
                  <a:lnTo>
                    <a:pt x="6644" y="611"/>
                  </a:lnTo>
                  <a:lnTo>
                    <a:pt x="6375" y="489"/>
                  </a:lnTo>
                  <a:lnTo>
                    <a:pt x="6131" y="367"/>
                  </a:lnTo>
                  <a:lnTo>
                    <a:pt x="5838" y="269"/>
                  </a:lnTo>
                  <a:lnTo>
                    <a:pt x="5544" y="172"/>
                  </a:lnTo>
                  <a:lnTo>
                    <a:pt x="5227" y="98"/>
                  </a:lnTo>
                  <a:lnTo>
                    <a:pt x="4885" y="49"/>
                  </a:lnTo>
                  <a:lnTo>
                    <a:pt x="4543" y="1"/>
                  </a:lnTo>
                  <a:close/>
                </a:path>
              </a:pathLst>
            </a:custGeom>
            <a:solidFill>
              <a:schemeClr val="lt1"/>
            </a:solidFill>
            <a:ln>
              <a:noFill/>
            </a:ln>
            <a:effectLst>
              <a:outerShdw blurRad="28575" rotWithShape="0" algn="bl" dir="2700000" dist="19050">
                <a:schemeClr val="dk1">
                  <a:alpha val="20000"/>
                </a:schemeClr>
              </a:outerShdw>
            </a:effectLst>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169" name="Google Shape;169;p6"/>
            <p:cNvSpPr/>
            <p:nvPr/>
          </p:nvSpPr>
          <p:spPr>
            <a:xfrm>
              <a:off x="2146775" y="995225"/>
              <a:ext cx="208225" cy="332175"/>
            </a:xfrm>
            <a:custGeom>
              <a:rect b="b" l="l" r="r" t="t"/>
              <a:pathLst>
                <a:path extrusionOk="0" h="13287" w="8329">
                  <a:moveTo>
                    <a:pt x="3786" y="1"/>
                  </a:moveTo>
                  <a:lnTo>
                    <a:pt x="3444" y="49"/>
                  </a:lnTo>
                  <a:lnTo>
                    <a:pt x="3102" y="98"/>
                  </a:lnTo>
                  <a:lnTo>
                    <a:pt x="2784" y="172"/>
                  </a:lnTo>
                  <a:lnTo>
                    <a:pt x="2491" y="269"/>
                  </a:lnTo>
                  <a:lnTo>
                    <a:pt x="2198" y="367"/>
                  </a:lnTo>
                  <a:lnTo>
                    <a:pt x="1954" y="489"/>
                  </a:lnTo>
                  <a:lnTo>
                    <a:pt x="1685" y="611"/>
                  </a:lnTo>
                  <a:lnTo>
                    <a:pt x="1246" y="904"/>
                  </a:lnTo>
                  <a:lnTo>
                    <a:pt x="879" y="1173"/>
                  </a:lnTo>
                  <a:lnTo>
                    <a:pt x="562" y="1442"/>
                  </a:lnTo>
                  <a:lnTo>
                    <a:pt x="293" y="1686"/>
                  </a:lnTo>
                  <a:lnTo>
                    <a:pt x="171" y="1808"/>
                  </a:lnTo>
                  <a:lnTo>
                    <a:pt x="98" y="1881"/>
                  </a:lnTo>
                  <a:lnTo>
                    <a:pt x="49" y="1979"/>
                  </a:lnTo>
                  <a:lnTo>
                    <a:pt x="0" y="2101"/>
                  </a:lnTo>
                  <a:lnTo>
                    <a:pt x="0" y="2199"/>
                  </a:lnTo>
                  <a:lnTo>
                    <a:pt x="0" y="13287"/>
                  </a:lnTo>
                  <a:lnTo>
                    <a:pt x="244" y="13067"/>
                  </a:lnTo>
                  <a:lnTo>
                    <a:pt x="537" y="12798"/>
                  </a:lnTo>
                  <a:lnTo>
                    <a:pt x="904" y="12530"/>
                  </a:lnTo>
                  <a:lnTo>
                    <a:pt x="1124" y="12383"/>
                  </a:lnTo>
                  <a:lnTo>
                    <a:pt x="1343" y="12261"/>
                  </a:lnTo>
                  <a:lnTo>
                    <a:pt x="1612" y="12139"/>
                  </a:lnTo>
                  <a:lnTo>
                    <a:pt x="1881" y="12017"/>
                  </a:lnTo>
                  <a:lnTo>
                    <a:pt x="2198" y="11919"/>
                  </a:lnTo>
                  <a:lnTo>
                    <a:pt x="2540" y="11821"/>
                  </a:lnTo>
                  <a:lnTo>
                    <a:pt x="2907" y="11748"/>
                  </a:lnTo>
                  <a:lnTo>
                    <a:pt x="3297" y="11675"/>
                  </a:lnTo>
                  <a:lnTo>
                    <a:pt x="3712" y="11650"/>
                  </a:lnTo>
                  <a:lnTo>
                    <a:pt x="4152" y="11626"/>
                  </a:lnTo>
                  <a:lnTo>
                    <a:pt x="4738" y="11650"/>
                  </a:lnTo>
                  <a:lnTo>
                    <a:pt x="5300" y="11699"/>
                  </a:lnTo>
                  <a:lnTo>
                    <a:pt x="5788" y="11748"/>
                  </a:lnTo>
                  <a:lnTo>
                    <a:pt x="6252" y="11821"/>
                  </a:lnTo>
                  <a:lnTo>
                    <a:pt x="6668" y="11919"/>
                  </a:lnTo>
                  <a:lnTo>
                    <a:pt x="7034" y="11992"/>
                  </a:lnTo>
                  <a:lnTo>
                    <a:pt x="7596" y="12163"/>
                  </a:lnTo>
                  <a:lnTo>
                    <a:pt x="7767" y="12188"/>
                  </a:lnTo>
                  <a:lnTo>
                    <a:pt x="7938" y="12163"/>
                  </a:lnTo>
                  <a:lnTo>
                    <a:pt x="8084" y="12090"/>
                  </a:lnTo>
                  <a:lnTo>
                    <a:pt x="8182" y="11992"/>
                  </a:lnTo>
                  <a:lnTo>
                    <a:pt x="8255" y="11895"/>
                  </a:lnTo>
                  <a:lnTo>
                    <a:pt x="8304" y="11773"/>
                  </a:lnTo>
                  <a:lnTo>
                    <a:pt x="8328" y="11626"/>
                  </a:lnTo>
                  <a:lnTo>
                    <a:pt x="8328" y="1661"/>
                  </a:lnTo>
                  <a:lnTo>
                    <a:pt x="8304" y="1539"/>
                  </a:lnTo>
                  <a:lnTo>
                    <a:pt x="8280" y="1442"/>
                  </a:lnTo>
                  <a:lnTo>
                    <a:pt x="8206" y="1319"/>
                  </a:lnTo>
                  <a:lnTo>
                    <a:pt x="8133" y="1246"/>
                  </a:lnTo>
                  <a:lnTo>
                    <a:pt x="7987" y="1124"/>
                  </a:lnTo>
                  <a:lnTo>
                    <a:pt x="7816" y="978"/>
                  </a:lnTo>
                  <a:lnTo>
                    <a:pt x="7400" y="758"/>
                  </a:lnTo>
                  <a:lnTo>
                    <a:pt x="6936" y="538"/>
                  </a:lnTo>
                  <a:lnTo>
                    <a:pt x="6423" y="343"/>
                  </a:lnTo>
                  <a:lnTo>
                    <a:pt x="5862" y="196"/>
                  </a:lnTo>
                  <a:lnTo>
                    <a:pt x="5300" y="74"/>
                  </a:lnTo>
                  <a:lnTo>
                    <a:pt x="4738" y="25"/>
                  </a:lnTo>
                  <a:lnTo>
                    <a:pt x="4152" y="1"/>
                  </a:lnTo>
                  <a:close/>
                </a:path>
              </a:pathLst>
            </a:custGeom>
            <a:solidFill>
              <a:schemeClr val="lt1"/>
            </a:solidFill>
            <a:ln>
              <a:noFill/>
            </a:ln>
            <a:effectLst>
              <a:outerShdw blurRad="28575" rotWithShape="0" algn="bl" dir="2700000" dist="19050">
                <a:schemeClr val="dk1">
                  <a:alpha val="20000"/>
                </a:schemeClr>
              </a:outerShdw>
            </a:effectLst>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grpSp>
      <p:pic>
        <p:nvPicPr>
          <p:cNvPr descr="pavlovsk_railing_of_bridge_yellow_palace_winter" id="170" name="Google Shape;170;p6"/>
          <p:cNvPicPr preferRelativeResize="0"/>
          <p:nvPr/>
        </p:nvPicPr>
        <p:blipFill rotWithShape="1">
          <a:blip r:embed="rId4">
            <a:alphaModFix/>
          </a:blip>
          <a:srcRect b="0" l="0" r="0" t="0"/>
          <a:stretch/>
        </p:blipFill>
        <p:spPr>
          <a:xfrm>
            <a:off x="7896906" y="765118"/>
            <a:ext cx="3573409" cy="2412051"/>
          </a:xfrm>
          <a:prstGeom prst="rect">
            <a:avLst/>
          </a:prstGeom>
          <a:noFill/>
          <a:ln>
            <a:noFill/>
          </a:ln>
        </p:spPr>
      </p:pic>
      <p:sp>
        <p:nvSpPr>
          <p:cNvPr id="171" name="Google Shape;171;p6"/>
          <p:cNvSpPr txBox="1"/>
          <p:nvPr>
            <p:ph idx="1" type="body"/>
          </p:nvPr>
        </p:nvSpPr>
        <p:spPr>
          <a:xfrm>
            <a:off x="215321" y="1662021"/>
            <a:ext cx="7217113" cy="5271528"/>
          </a:xfrm>
          <a:prstGeom prst="rect">
            <a:avLst/>
          </a:prstGeom>
          <a:noFill/>
          <a:ln>
            <a:noFill/>
          </a:ln>
        </p:spPr>
        <p:txBody>
          <a:bodyPr anchorCtr="0" anchor="t" bIns="0" lIns="0" spcFirstLastPara="1" rIns="0" wrap="square" tIns="0">
            <a:noAutofit/>
          </a:bodyPr>
          <a:lstStyle/>
          <a:p>
            <a:pPr indent="-474120" lvl="0" marL="609585" rtl="0" algn="l">
              <a:spcBef>
                <a:spcPts val="0"/>
              </a:spcBef>
              <a:spcAft>
                <a:spcPts val="0"/>
              </a:spcAft>
              <a:buClr>
                <a:srgbClr val="265F65"/>
              </a:buClr>
              <a:buSzPts val="2000"/>
              <a:buFont typeface="Noto Sans Symbols"/>
              <a:buChar char="⮚"/>
            </a:pPr>
            <a:r>
              <a:rPr lang="en-US" sz="1867"/>
              <a:t> Convert the video frame from </a:t>
            </a:r>
            <a:r>
              <a:rPr lang="en-US" sz="1867" u="sng">
                <a:solidFill>
                  <a:schemeClr val="hlink"/>
                </a:solidFill>
                <a:hlinkClick r:id="rId5"/>
              </a:rPr>
              <a:t>BGR (blue, green, red) color space</a:t>
            </a:r>
            <a:r>
              <a:rPr lang="en-US" sz="1867"/>
              <a:t> to </a:t>
            </a:r>
            <a:r>
              <a:rPr lang="en-US" sz="1867" u="sng">
                <a:solidFill>
                  <a:schemeClr val="hlink"/>
                </a:solidFill>
                <a:hlinkClick r:id="rId6"/>
              </a:rPr>
              <a:t>HLS (hue, saturation, lightness)</a:t>
            </a:r>
            <a:r>
              <a:rPr lang="en-US" sz="1867"/>
              <a:t>.</a:t>
            </a:r>
            <a:endParaRPr/>
          </a:p>
          <a:p>
            <a:pPr indent="-347121" lvl="0" marL="609585" rtl="0" algn="l">
              <a:spcBef>
                <a:spcPts val="0"/>
              </a:spcBef>
              <a:spcAft>
                <a:spcPts val="0"/>
              </a:spcAft>
              <a:buClr>
                <a:srgbClr val="265F65"/>
              </a:buClr>
              <a:buSzPts val="2000"/>
              <a:buFont typeface="Noto Sans Symbols"/>
              <a:buNone/>
            </a:pPr>
            <a:r>
              <a:t/>
            </a:r>
            <a:endParaRPr sz="1867"/>
          </a:p>
          <a:p>
            <a:pPr indent="-474120" lvl="0" marL="609585" rtl="0" algn="l">
              <a:spcBef>
                <a:spcPts val="0"/>
              </a:spcBef>
              <a:spcAft>
                <a:spcPts val="0"/>
              </a:spcAft>
              <a:buClr>
                <a:srgbClr val="265F65"/>
              </a:buClr>
              <a:buSzPts val="2000"/>
              <a:buFont typeface="Noto Sans Symbols"/>
              <a:buChar char="⮚"/>
            </a:pPr>
            <a:r>
              <a:rPr lang="en-US" sz="1867"/>
              <a:t> Perform </a:t>
            </a:r>
            <a:r>
              <a:rPr lang="en-US" sz="1867" u="sng">
                <a:solidFill>
                  <a:schemeClr val="hlink"/>
                </a:solidFill>
                <a:hlinkClick r:id="rId7"/>
              </a:rPr>
              <a:t>Sobel edge detection</a:t>
            </a:r>
            <a:r>
              <a:rPr lang="en-US" sz="1867"/>
              <a:t> on the L (lightness) channel of the image to detect sharp discontinuities in the pixel intensities along the x and y axis of the video frame. </a:t>
            </a:r>
            <a:endParaRPr/>
          </a:p>
          <a:p>
            <a:pPr indent="-347121" lvl="0" marL="609585" rtl="0" algn="l">
              <a:spcBef>
                <a:spcPts val="0"/>
              </a:spcBef>
              <a:spcAft>
                <a:spcPts val="0"/>
              </a:spcAft>
              <a:buClr>
                <a:srgbClr val="265F65"/>
              </a:buClr>
              <a:buSzPts val="2000"/>
              <a:buFont typeface="Noto Sans Symbols"/>
              <a:buNone/>
            </a:pPr>
            <a:r>
              <a:t/>
            </a:r>
            <a:endParaRPr sz="1867"/>
          </a:p>
          <a:p>
            <a:pPr indent="-474120" lvl="0" marL="609585" rtl="0" algn="l">
              <a:spcBef>
                <a:spcPts val="0"/>
              </a:spcBef>
              <a:spcAft>
                <a:spcPts val="0"/>
              </a:spcAft>
              <a:buClr>
                <a:srgbClr val="265F65"/>
              </a:buClr>
              <a:buSzPts val="2000"/>
              <a:buFont typeface="Noto Sans Symbols"/>
              <a:buChar char="⮚"/>
            </a:pPr>
            <a:r>
              <a:rPr lang="en-US" sz="1867"/>
              <a:t>Perform binary thresholding on the S (saturation) channel of the video frame.</a:t>
            </a:r>
            <a:endParaRPr/>
          </a:p>
          <a:p>
            <a:pPr indent="-347121" lvl="0" marL="609585" rtl="0" algn="l">
              <a:spcBef>
                <a:spcPts val="0"/>
              </a:spcBef>
              <a:spcAft>
                <a:spcPts val="0"/>
              </a:spcAft>
              <a:buClr>
                <a:srgbClr val="265F65"/>
              </a:buClr>
              <a:buSzPts val="2000"/>
              <a:buFont typeface="Noto Sans Symbols"/>
              <a:buNone/>
            </a:pPr>
            <a:r>
              <a:t/>
            </a:r>
            <a:endParaRPr sz="1867"/>
          </a:p>
          <a:p>
            <a:pPr indent="-474120" lvl="0" marL="609585" rtl="0" algn="l">
              <a:spcBef>
                <a:spcPts val="0"/>
              </a:spcBef>
              <a:spcAft>
                <a:spcPts val="0"/>
              </a:spcAft>
              <a:buClr>
                <a:srgbClr val="265F65"/>
              </a:buClr>
              <a:buSzPts val="2000"/>
              <a:buFont typeface="Noto Sans Symbols"/>
              <a:buChar char="⮚"/>
            </a:pPr>
            <a:r>
              <a:rPr lang="en-US" sz="1867"/>
              <a:t>Perform binary thresholding on the R (red) channel of the original BGR video frame. </a:t>
            </a:r>
            <a:endParaRPr/>
          </a:p>
          <a:p>
            <a:pPr indent="-347121" lvl="0" marL="609585" rtl="0" algn="l">
              <a:spcBef>
                <a:spcPts val="0"/>
              </a:spcBef>
              <a:spcAft>
                <a:spcPts val="0"/>
              </a:spcAft>
              <a:buClr>
                <a:srgbClr val="265F65"/>
              </a:buClr>
              <a:buSzPts val="2000"/>
              <a:buFont typeface="Noto Sans Symbols"/>
              <a:buNone/>
            </a:pPr>
            <a:r>
              <a:t/>
            </a:r>
            <a:endParaRPr sz="1867"/>
          </a:p>
          <a:p>
            <a:pPr indent="-474120" lvl="0" marL="609585" rtl="0" algn="l">
              <a:spcBef>
                <a:spcPts val="0"/>
              </a:spcBef>
              <a:spcAft>
                <a:spcPts val="0"/>
              </a:spcAft>
              <a:buClr>
                <a:srgbClr val="265F65"/>
              </a:buClr>
              <a:buSzPts val="2000"/>
              <a:buFont typeface="Noto Sans Symbols"/>
              <a:buChar char="⮚"/>
            </a:pPr>
            <a:r>
              <a:rPr lang="en-US" sz="1867"/>
              <a:t>Perform the </a:t>
            </a:r>
            <a:r>
              <a:rPr lang="en-US" sz="1867" u="sng">
                <a:solidFill>
                  <a:schemeClr val="hlink"/>
                </a:solidFill>
                <a:hlinkClick r:id="rId8"/>
              </a:rPr>
              <a:t>bitwise AND operation</a:t>
            </a:r>
            <a:r>
              <a:rPr lang="en-US" sz="1867"/>
              <a:t> to reduce noise in the image caused by shadows and variations in the road color.</a:t>
            </a:r>
            <a:endParaRPr sz="1867"/>
          </a:p>
        </p:txBody>
      </p:sp>
      <p:pic>
        <p:nvPicPr>
          <p:cNvPr id="172" name="Google Shape;172;p6"/>
          <p:cNvPicPr preferRelativeResize="0"/>
          <p:nvPr/>
        </p:nvPicPr>
        <p:blipFill rotWithShape="1">
          <a:blip r:embed="rId9">
            <a:alphaModFix/>
          </a:blip>
          <a:srcRect b="0" l="0" r="0" t="0"/>
          <a:stretch/>
        </p:blipFill>
        <p:spPr>
          <a:xfrm>
            <a:off x="8689673" y="3248224"/>
            <a:ext cx="225554" cy="225554"/>
          </a:xfrm>
          <a:prstGeom prst="rect">
            <a:avLst/>
          </a:prstGeom>
          <a:noFill/>
          <a:ln>
            <a:noFill/>
          </a:ln>
        </p:spPr>
      </p:pic>
      <p:sp>
        <p:nvSpPr>
          <p:cNvPr id="173" name="Google Shape;173;p6"/>
          <p:cNvSpPr/>
          <p:nvPr/>
        </p:nvSpPr>
        <p:spPr>
          <a:xfrm>
            <a:off x="8915227" y="3227557"/>
            <a:ext cx="2290618" cy="2462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000">
                <a:solidFill>
                  <a:srgbClr val="434343"/>
                </a:solidFill>
                <a:latin typeface="Catamaran"/>
                <a:ea typeface="Catamaran"/>
                <a:cs typeface="Catamaran"/>
                <a:sym typeface="Catamaran"/>
              </a:rPr>
              <a:t>Fig: </a:t>
            </a:r>
            <a:r>
              <a:rPr lang="en-US" sz="1000">
                <a:solidFill>
                  <a:srgbClr val="434343"/>
                </a:solidFill>
                <a:latin typeface="Catamaran"/>
                <a:ea typeface="Catamaran"/>
                <a:cs typeface="Catamaran"/>
                <a:sym typeface="Catamaran"/>
              </a:rPr>
              <a:t>Image before thresholding.</a:t>
            </a:r>
            <a:endParaRPr sz="1000">
              <a:solidFill>
                <a:schemeClr val="dk1"/>
              </a:solidFill>
              <a:latin typeface="Arial"/>
              <a:ea typeface="Arial"/>
              <a:cs typeface="Arial"/>
              <a:sym typeface="Arial"/>
            </a:endParaRPr>
          </a:p>
        </p:txBody>
      </p:sp>
      <p:pic>
        <p:nvPicPr>
          <p:cNvPr id="174" name="Google Shape;174;p6"/>
          <p:cNvPicPr preferRelativeResize="0"/>
          <p:nvPr/>
        </p:nvPicPr>
        <p:blipFill rotWithShape="1">
          <a:blip r:embed="rId9">
            <a:alphaModFix/>
          </a:blip>
          <a:srcRect b="0" l="0" r="0" t="0"/>
          <a:stretch/>
        </p:blipFill>
        <p:spPr>
          <a:xfrm>
            <a:off x="8689673" y="5854894"/>
            <a:ext cx="225554" cy="225554"/>
          </a:xfrm>
          <a:prstGeom prst="rect">
            <a:avLst/>
          </a:prstGeom>
          <a:noFill/>
          <a:ln>
            <a:noFill/>
          </a:ln>
        </p:spPr>
      </p:pic>
      <p:sp>
        <p:nvSpPr>
          <p:cNvPr id="175" name="Google Shape;175;p6"/>
          <p:cNvSpPr/>
          <p:nvPr/>
        </p:nvSpPr>
        <p:spPr>
          <a:xfrm>
            <a:off x="8915227" y="5834227"/>
            <a:ext cx="2290618" cy="2462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000">
                <a:solidFill>
                  <a:srgbClr val="434343"/>
                </a:solidFill>
                <a:latin typeface="Catamaran"/>
                <a:ea typeface="Catamaran"/>
                <a:cs typeface="Catamaran"/>
                <a:sym typeface="Catamaran"/>
              </a:rPr>
              <a:t>Fig: </a:t>
            </a:r>
            <a:r>
              <a:rPr lang="en-US" sz="1000">
                <a:solidFill>
                  <a:srgbClr val="434343"/>
                </a:solidFill>
                <a:latin typeface="Catamaran"/>
                <a:ea typeface="Catamaran"/>
                <a:cs typeface="Catamaran"/>
                <a:sym typeface="Catamaran"/>
              </a:rPr>
              <a:t>Image after thresholding.</a:t>
            </a:r>
            <a:endParaRPr sz="1000">
              <a:solidFill>
                <a:schemeClr val="dk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pic>
        <p:nvPicPr>
          <p:cNvPr descr="ROI-Image_screenshot_03.01.2021" id="180" name="Google Shape;180;p7"/>
          <p:cNvPicPr preferRelativeResize="0"/>
          <p:nvPr/>
        </p:nvPicPr>
        <p:blipFill rotWithShape="1">
          <a:blip r:embed="rId3">
            <a:alphaModFix/>
          </a:blip>
          <a:srcRect b="0" l="0" r="0" t="0"/>
          <a:stretch/>
        </p:blipFill>
        <p:spPr>
          <a:xfrm>
            <a:off x="1344842" y="1940612"/>
            <a:ext cx="3216935" cy="1812208"/>
          </a:xfrm>
          <a:prstGeom prst="rect">
            <a:avLst/>
          </a:prstGeom>
          <a:noFill/>
          <a:ln>
            <a:noFill/>
          </a:ln>
        </p:spPr>
      </p:pic>
      <p:sp>
        <p:nvSpPr>
          <p:cNvPr id="181" name="Google Shape;181;p7"/>
          <p:cNvSpPr txBox="1"/>
          <p:nvPr>
            <p:ph type="title"/>
          </p:nvPr>
        </p:nvSpPr>
        <p:spPr>
          <a:xfrm>
            <a:off x="1142570" y="419570"/>
            <a:ext cx="9920400" cy="1356803"/>
          </a:xfrm>
          <a:prstGeom prst="rect">
            <a:avLst/>
          </a:prstGeom>
          <a:noFill/>
          <a:ln>
            <a:noFill/>
          </a:ln>
        </p:spPr>
        <p:txBody>
          <a:bodyPr anchorCtr="0" anchor="b" bIns="0" lIns="0" spcFirstLastPara="1" rIns="0" wrap="square" tIns="0">
            <a:noAutofit/>
          </a:bodyPr>
          <a:lstStyle/>
          <a:p>
            <a:pPr indent="0" lvl="0" marL="0" rtl="0" algn="ctr">
              <a:spcBef>
                <a:spcPts val="0"/>
              </a:spcBef>
              <a:spcAft>
                <a:spcPts val="0"/>
              </a:spcAft>
              <a:buClr>
                <a:srgbClr val="3F3F3F"/>
              </a:buClr>
              <a:buSzPts val="3600"/>
              <a:buFont typeface="Bebas Neue"/>
              <a:buNone/>
            </a:pPr>
            <a:r>
              <a:rPr lang="en-US">
                <a:solidFill>
                  <a:srgbClr val="3F3F3F"/>
                </a:solidFill>
                <a:latin typeface="Bebas Neue"/>
                <a:ea typeface="Bebas Neue"/>
                <a:cs typeface="Bebas Neue"/>
                <a:sym typeface="Bebas Neue"/>
              </a:rPr>
              <a:t>Perspective Transformation to Get a Bird’s Eye View</a:t>
            </a:r>
            <a:br>
              <a:rPr lang="en-US">
                <a:solidFill>
                  <a:srgbClr val="3F3F3F"/>
                </a:solidFill>
                <a:latin typeface="Bebas Neue"/>
                <a:ea typeface="Bebas Neue"/>
                <a:cs typeface="Bebas Neue"/>
                <a:sym typeface="Bebas Neue"/>
              </a:rPr>
            </a:br>
            <a:endParaRPr>
              <a:solidFill>
                <a:srgbClr val="3F3F3F"/>
              </a:solidFill>
              <a:latin typeface="Bebas Neue"/>
              <a:ea typeface="Bebas Neue"/>
              <a:cs typeface="Bebas Neue"/>
              <a:sym typeface="Bebas Neue"/>
            </a:endParaRPr>
          </a:p>
        </p:txBody>
      </p:sp>
      <p:sp>
        <p:nvSpPr>
          <p:cNvPr id="182" name="Google Shape;182;p7"/>
          <p:cNvSpPr txBox="1"/>
          <p:nvPr>
            <p:ph idx="12" type="sldNum"/>
          </p:nvPr>
        </p:nvSpPr>
        <p:spPr>
          <a:xfrm>
            <a:off x="11205845" y="6231535"/>
            <a:ext cx="731600" cy="5248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chemeClr val="dk1"/>
              </a:buClr>
              <a:buSzPts val="1800"/>
              <a:buFont typeface="Arial"/>
              <a:buNone/>
            </a:pPr>
            <a:fld id="{00000000-1234-1234-1234-123412341234}" type="slidenum">
              <a:rPr lang="en-US"/>
              <a:t>‹#›</a:t>
            </a:fld>
            <a:endParaRPr/>
          </a:p>
        </p:txBody>
      </p:sp>
      <p:grpSp>
        <p:nvGrpSpPr>
          <p:cNvPr id="183" name="Google Shape;183;p7"/>
          <p:cNvGrpSpPr/>
          <p:nvPr/>
        </p:nvGrpSpPr>
        <p:grpSpPr>
          <a:xfrm>
            <a:off x="257842" y="435684"/>
            <a:ext cx="679039" cy="564901"/>
            <a:chOff x="1926350" y="995225"/>
            <a:chExt cx="428650" cy="356600"/>
          </a:xfrm>
        </p:grpSpPr>
        <p:sp>
          <p:nvSpPr>
            <p:cNvPr id="184" name="Google Shape;184;p7"/>
            <p:cNvSpPr/>
            <p:nvPr/>
          </p:nvSpPr>
          <p:spPr>
            <a:xfrm>
              <a:off x="1926350" y="1298075"/>
              <a:ext cx="208225" cy="53750"/>
            </a:xfrm>
            <a:custGeom>
              <a:rect b="b" l="l" r="r" t="t"/>
              <a:pathLst>
                <a:path extrusionOk="0" h="2150" w="8329">
                  <a:moveTo>
                    <a:pt x="0" y="0"/>
                  </a:moveTo>
                  <a:lnTo>
                    <a:pt x="0" y="489"/>
                  </a:lnTo>
                  <a:lnTo>
                    <a:pt x="25" y="635"/>
                  </a:lnTo>
                  <a:lnTo>
                    <a:pt x="74" y="758"/>
                  </a:lnTo>
                  <a:lnTo>
                    <a:pt x="147" y="855"/>
                  </a:lnTo>
                  <a:lnTo>
                    <a:pt x="245" y="953"/>
                  </a:lnTo>
                  <a:lnTo>
                    <a:pt x="391" y="1026"/>
                  </a:lnTo>
                  <a:lnTo>
                    <a:pt x="562" y="1051"/>
                  </a:lnTo>
                  <a:lnTo>
                    <a:pt x="733" y="1026"/>
                  </a:lnTo>
                  <a:lnTo>
                    <a:pt x="1295" y="855"/>
                  </a:lnTo>
                  <a:lnTo>
                    <a:pt x="1661" y="782"/>
                  </a:lnTo>
                  <a:lnTo>
                    <a:pt x="2076" y="684"/>
                  </a:lnTo>
                  <a:lnTo>
                    <a:pt x="2540" y="611"/>
                  </a:lnTo>
                  <a:lnTo>
                    <a:pt x="3029" y="562"/>
                  </a:lnTo>
                  <a:lnTo>
                    <a:pt x="3591" y="513"/>
                  </a:lnTo>
                  <a:lnTo>
                    <a:pt x="4177" y="489"/>
                  </a:lnTo>
                  <a:lnTo>
                    <a:pt x="4616" y="513"/>
                  </a:lnTo>
                  <a:lnTo>
                    <a:pt x="5032" y="538"/>
                  </a:lnTo>
                  <a:lnTo>
                    <a:pt x="5422" y="611"/>
                  </a:lnTo>
                  <a:lnTo>
                    <a:pt x="5789" y="684"/>
                  </a:lnTo>
                  <a:lnTo>
                    <a:pt x="6131" y="782"/>
                  </a:lnTo>
                  <a:lnTo>
                    <a:pt x="6448" y="880"/>
                  </a:lnTo>
                  <a:lnTo>
                    <a:pt x="6717" y="1002"/>
                  </a:lnTo>
                  <a:lnTo>
                    <a:pt x="6985" y="1124"/>
                  </a:lnTo>
                  <a:lnTo>
                    <a:pt x="7205" y="1246"/>
                  </a:lnTo>
                  <a:lnTo>
                    <a:pt x="7425" y="1393"/>
                  </a:lnTo>
                  <a:lnTo>
                    <a:pt x="7791" y="1661"/>
                  </a:lnTo>
                  <a:lnTo>
                    <a:pt x="8084" y="1930"/>
                  </a:lnTo>
                  <a:lnTo>
                    <a:pt x="8329" y="2150"/>
                  </a:lnTo>
                  <a:lnTo>
                    <a:pt x="8329" y="1661"/>
                  </a:lnTo>
                  <a:lnTo>
                    <a:pt x="8084" y="1441"/>
                  </a:lnTo>
                  <a:lnTo>
                    <a:pt x="7791" y="1173"/>
                  </a:lnTo>
                  <a:lnTo>
                    <a:pt x="7425" y="904"/>
                  </a:lnTo>
                  <a:lnTo>
                    <a:pt x="7205" y="758"/>
                  </a:lnTo>
                  <a:lnTo>
                    <a:pt x="6985" y="635"/>
                  </a:lnTo>
                  <a:lnTo>
                    <a:pt x="6717" y="513"/>
                  </a:lnTo>
                  <a:lnTo>
                    <a:pt x="6448" y="391"/>
                  </a:lnTo>
                  <a:lnTo>
                    <a:pt x="6131" y="294"/>
                  </a:lnTo>
                  <a:lnTo>
                    <a:pt x="5789" y="196"/>
                  </a:lnTo>
                  <a:lnTo>
                    <a:pt x="5422" y="123"/>
                  </a:lnTo>
                  <a:lnTo>
                    <a:pt x="5032" y="49"/>
                  </a:lnTo>
                  <a:lnTo>
                    <a:pt x="4616" y="25"/>
                  </a:lnTo>
                  <a:lnTo>
                    <a:pt x="4177" y="0"/>
                  </a:lnTo>
                  <a:lnTo>
                    <a:pt x="3591" y="25"/>
                  </a:lnTo>
                  <a:lnTo>
                    <a:pt x="3029" y="74"/>
                  </a:lnTo>
                  <a:lnTo>
                    <a:pt x="2540" y="123"/>
                  </a:lnTo>
                  <a:lnTo>
                    <a:pt x="2076" y="196"/>
                  </a:lnTo>
                  <a:lnTo>
                    <a:pt x="1661" y="294"/>
                  </a:lnTo>
                  <a:lnTo>
                    <a:pt x="1295" y="367"/>
                  </a:lnTo>
                  <a:lnTo>
                    <a:pt x="733" y="538"/>
                  </a:lnTo>
                  <a:lnTo>
                    <a:pt x="562" y="562"/>
                  </a:lnTo>
                  <a:lnTo>
                    <a:pt x="391" y="538"/>
                  </a:lnTo>
                  <a:lnTo>
                    <a:pt x="245" y="465"/>
                  </a:lnTo>
                  <a:lnTo>
                    <a:pt x="147" y="367"/>
                  </a:lnTo>
                  <a:lnTo>
                    <a:pt x="74" y="269"/>
                  </a:lnTo>
                  <a:lnTo>
                    <a:pt x="25" y="147"/>
                  </a:lnTo>
                  <a:lnTo>
                    <a:pt x="0" y="0"/>
                  </a:lnTo>
                  <a:close/>
                </a:path>
              </a:pathLst>
            </a:custGeom>
            <a:solidFill>
              <a:schemeClr val="lt1"/>
            </a:solidFill>
            <a:ln>
              <a:noFill/>
            </a:ln>
            <a:effectLst>
              <a:outerShdw blurRad="28575" rotWithShape="0" algn="bl" dir="2700000" dist="19050">
                <a:schemeClr val="dk1">
                  <a:alpha val="20000"/>
                </a:schemeClr>
              </a:outerShdw>
            </a:effectLst>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185" name="Google Shape;185;p7"/>
            <p:cNvSpPr/>
            <p:nvPr/>
          </p:nvSpPr>
          <p:spPr>
            <a:xfrm>
              <a:off x="2146775" y="1298075"/>
              <a:ext cx="208225" cy="53750"/>
            </a:xfrm>
            <a:custGeom>
              <a:rect b="b" l="l" r="r" t="t"/>
              <a:pathLst>
                <a:path extrusionOk="0" h="2150" w="8329">
                  <a:moveTo>
                    <a:pt x="4152" y="0"/>
                  </a:moveTo>
                  <a:lnTo>
                    <a:pt x="3712" y="25"/>
                  </a:lnTo>
                  <a:lnTo>
                    <a:pt x="3297" y="49"/>
                  </a:lnTo>
                  <a:lnTo>
                    <a:pt x="2907" y="123"/>
                  </a:lnTo>
                  <a:lnTo>
                    <a:pt x="2540" y="196"/>
                  </a:lnTo>
                  <a:lnTo>
                    <a:pt x="2198" y="294"/>
                  </a:lnTo>
                  <a:lnTo>
                    <a:pt x="1881" y="391"/>
                  </a:lnTo>
                  <a:lnTo>
                    <a:pt x="1612" y="513"/>
                  </a:lnTo>
                  <a:lnTo>
                    <a:pt x="1343" y="635"/>
                  </a:lnTo>
                  <a:lnTo>
                    <a:pt x="1124" y="758"/>
                  </a:lnTo>
                  <a:lnTo>
                    <a:pt x="904" y="904"/>
                  </a:lnTo>
                  <a:lnTo>
                    <a:pt x="537" y="1173"/>
                  </a:lnTo>
                  <a:lnTo>
                    <a:pt x="244" y="1441"/>
                  </a:lnTo>
                  <a:lnTo>
                    <a:pt x="0" y="1661"/>
                  </a:lnTo>
                  <a:lnTo>
                    <a:pt x="0" y="2150"/>
                  </a:lnTo>
                  <a:lnTo>
                    <a:pt x="244" y="1930"/>
                  </a:lnTo>
                  <a:lnTo>
                    <a:pt x="537" y="1661"/>
                  </a:lnTo>
                  <a:lnTo>
                    <a:pt x="904" y="1393"/>
                  </a:lnTo>
                  <a:lnTo>
                    <a:pt x="1124" y="1246"/>
                  </a:lnTo>
                  <a:lnTo>
                    <a:pt x="1343" y="1124"/>
                  </a:lnTo>
                  <a:lnTo>
                    <a:pt x="1612" y="1002"/>
                  </a:lnTo>
                  <a:lnTo>
                    <a:pt x="1881" y="880"/>
                  </a:lnTo>
                  <a:lnTo>
                    <a:pt x="2198" y="782"/>
                  </a:lnTo>
                  <a:lnTo>
                    <a:pt x="2540" y="684"/>
                  </a:lnTo>
                  <a:lnTo>
                    <a:pt x="2907" y="611"/>
                  </a:lnTo>
                  <a:lnTo>
                    <a:pt x="3297" y="538"/>
                  </a:lnTo>
                  <a:lnTo>
                    <a:pt x="3712" y="513"/>
                  </a:lnTo>
                  <a:lnTo>
                    <a:pt x="4152" y="489"/>
                  </a:lnTo>
                  <a:lnTo>
                    <a:pt x="4738" y="513"/>
                  </a:lnTo>
                  <a:lnTo>
                    <a:pt x="5300" y="562"/>
                  </a:lnTo>
                  <a:lnTo>
                    <a:pt x="5788" y="611"/>
                  </a:lnTo>
                  <a:lnTo>
                    <a:pt x="6252" y="684"/>
                  </a:lnTo>
                  <a:lnTo>
                    <a:pt x="6668" y="782"/>
                  </a:lnTo>
                  <a:lnTo>
                    <a:pt x="7034" y="855"/>
                  </a:lnTo>
                  <a:lnTo>
                    <a:pt x="7596" y="1026"/>
                  </a:lnTo>
                  <a:lnTo>
                    <a:pt x="7767" y="1051"/>
                  </a:lnTo>
                  <a:lnTo>
                    <a:pt x="7938" y="1026"/>
                  </a:lnTo>
                  <a:lnTo>
                    <a:pt x="8084" y="953"/>
                  </a:lnTo>
                  <a:lnTo>
                    <a:pt x="8182" y="855"/>
                  </a:lnTo>
                  <a:lnTo>
                    <a:pt x="8255" y="758"/>
                  </a:lnTo>
                  <a:lnTo>
                    <a:pt x="8304" y="635"/>
                  </a:lnTo>
                  <a:lnTo>
                    <a:pt x="8328" y="489"/>
                  </a:lnTo>
                  <a:lnTo>
                    <a:pt x="8328" y="0"/>
                  </a:lnTo>
                  <a:lnTo>
                    <a:pt x="8304" y="147"/>
                  </a:lnTo>
                  <a:lnTo>
                    <a:pt x="8255" y="269"/>
                  </a:lnTo>
                  <a:lnTo>
                    <a:pt x="8182" y="367"/>
                  </a:lnTo>
                  <a:lnTo>
                    <a:pt x="8084" y="465"/>
                  </a:lnTo>
                  <a:lnTo>
                    <a:pt x="7938" y="538"/>
                  </a:lnTo>
                  <a:lnTo>
                    <a:pt x="7767" y="562"/>
                  </a:lnTo>
                  <a:lnTo>
                    <a:pt x="7596" y="538"/>
                  </a:lnTo>
                  <a:lnTo>
                    <a:pt x="7034" y="367"/>
                  </a:lnTo>
                  <a:lnTo>
                    <a:pt x="6668" y="294"/>
                  </a:lnTo>
                  <a:lnTo>
                    <a:pt x="6252" y="196"/>
                  </a:lnTo>
                  <a:lnTo>
                    <a:pt x="5788" y="123"/>
                  </a:lnTo>
                  <a:lnTo>
                    <a:pt x="5300" y="74"/>
                  </a:lnTo>
                  <a:lnTo>
                    <a:pt x="4738" y="25"/>
                  </a:lnTo>
                  <a:lnTo>
                    <a:pt x="4152" y="0"/>
                  </a:lnTo>
                  <a:close/>
                </a:path>
              </a:pathLst>
            </a:custGeom>
            <a:solidFill>
              <a:schemeClr val="lt1"/>
            </a:solidFill>
            <a:ln>
              <a:noFill/>
            </a:ln>
            <a:effectLst>
              <a:outerShdw blurRad="28575" rotWithShape="0" algn="bl" dir="2700000" dist="19050">
                <a:schemeClr val="dk1">
                  <a:alpha val="20000"/>
                </a:schemeClr>
              </a:outerShdw>
            </a:effectLst>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186" name="Google Shape;186;p7"/>
            <p:cNvSpPr/>
            <p:nvPr/>
          </p:nvSpPr>
          <p:spPr>
            <a:xfrm>
              <a:off x="1926350" y="995225"/>
              <a:ext cx="208225" cy="332175"/>
            </a:xfrm>
            <a:custGeom>
              <a:rect b="b" l="l" r="r" t="t"/>
              <a:pathLst>
                <a:path extrusionOk="0" h="13287" w="8329">
                  <a:moveTo>
                    <a:pt x="4177" y="1"/>
                  </a:moveTo>
                  <a:lnTo>
                    <a:pt x="3591" y="25"/>
                  </a:lnTo>
                  <a:lnTo>
                    <a:pt x="3029" y="74"/>
                  </a:lnTo>
                  <a:lnTo>
                    <a:pt x="2467" y="196"/>
                  </a:lnTo>
                  <a:lnTo>
                    <a:pt x="1905" y="343"/>
                  </a:lnTo>
                  <a:lnTo>
                    <a:pt x="1393" y="538"/>
                  </a:lnTo>
                  <a:lnTo>
                    <a:pt x="929" y="758"/>
                  </a:lnTo>
                  <a:lnTo>
                    <a:pt x="513" y="978"/>
                  </a:lnTo>
                  <a:lnTo>
                    <a:pt x="342" y="1124"/>
                  </a:lnTo>
                  <a:lnTo>
                    <a:pt x="196" y="1246"/>
                  </a:lnTo>
                  <a:lnTo>
                    <a:pt x="123" y="1319"/>
                  </a:lnTo>
                  <a:lnTo>
                    <a:pt x="49" y="1442"/>
                  </a:lnTo>
                  <a:lnTo>
                    <a:pt x="25" y="1539"/>
                  </a:lnTo>
                  <a:lnTo>
                    <a:pt x="0" y="1661"/>
                  </a:lnTo>
                  <a:lnTo>
                    <a:pt x="0" y="11626"/>
                  </a:lnTo>
                  <a:lnTo>
                    <a:pt x="25" y="11773"/>
                  </a:lnTo>
                  <a:lnTo>
                    <a:pt x="74" y="11895"/>
                  </a:lnTo>
                  <a:lnTo>
                    <a:pt x="147" y="11992"/>
                  </a:lnTo>
                  <a:lnTo>
                    <a:pt x="245" y="12090"/>
                  </a:lnTo>
                  <a:lnTo>
                    <a:pt x="391" y="12163"/>
                  </a:lnTo>
                  <a:lnTo>
                    <a:pt x="562" y="12188"/>
                  </a:lnTo>
                  <a:lnTo>
                    <a:pt x="733" y="12163"/>
                  </a:lnTo>
                  <a:lnTo>
                    <a:pt x="1295" y="11992"/>
                  </a:lnTo>
                  <a:lnTo>
                    <a:pt x="1661" y="11919"/>
                  </a:lnTo>
                  <a:lnTo>
                    <a:pt x="2076" y="11821"/>
                  </a:lnTo>
                  <a:lnTo>
                    <a:pt x="2540" y="11748"/>
                  </a:lnTo>
                  <a:lnTo>
                    <a:pt x="3029" y="11699"/>
                  </a:lnTo>
                  <a:lnTo>
                    <a:pt x="3591" y="11650"/>
                  </a:lnTo>
                  <a:lnTo>
                    <a:pt x="4177" y="11626"/>
                  </a:lnTo>
                  <a:lnTo>
                    <a:pt x="4616" y="11650"/>
                  </a:lnTo>
                  <a:lnTo>
                    <a:pt x="5032" y="11675"/>
                  </a:lnTo>
                  <a:lnTo>
                    <a:pt x="5422" y="11748"/>
                  </a:lnTo>
                  <a:lnTo>
                    <a:pt x="5789" y="11821"/>
                  </a:lnTo>
                  <a:lnTo>
                    <a:pt x="6131" y="11919"/>
                  </a:lnTo>
                  <a:lnTo>
                    <a:pt x="6448" y="12017"/>
                  </a:lnTo>
                  <a:lnTo>
                    <a:pt x="6717" y="12139"/>
                  </a:lnTo>
                  <a:lnTo>
                    <a:pt x="6985" y="12261"/>
                  </a:lnTo>
                  <a:lnTo>
                    <a:pt x="7205" y="12383"/>
                  </a:lnTo>
                  <a:lnTo>
                    <a:pt x="7425" y="12530"/>
                  </a:lnTo>
                  <a:lnTo>
                    <a:pt x="7791" y="12798"/>
                  </a:lnTo>
                  <a:lnTo>
                    <a:pt x="8084" y="13067"/>
                  </a:lnTo>
                  <a:lnTo>
                    <a:pt x="8329" y="13287"/>
                  </a:lnTo>
                  <a:lnTo>
                    <a:pt x="8329" y="2199"/>
                  </a:lnTo>
                  <a:lnTo>
                    <a:pt x="8329" y="2101"/>
                  </a:lnTo>
                  <a:lnTo>
                    <a:pt x="8280" y="1979"/>
                  </a:lnTo>
                  <a:lnTo>
                    <a:pt x="8231" y="1881"/>
                  </a:lnTo>
                  <a:lnTo>
                    <a:pt x="8158" y="1808"/>
                  </a:lnTo>
                  <a:lnTo>
                    <a:pt x="8036" y="1686"/>
                  </a:lnTo>
                  <a:lnTo>
                    <a:pt x="7767" y="1442"/>
                  </a:lnTo>
                  <a:lnTo>
                    <a:pt x="7449" y="1173"/>
                  </a:lnTo>
                  <a:lnTo>
                    <a:pt x="7083" y="904"/>
                  </a:lnTo>
                  <a:lnTo>
                    <a:pt x="6644" y="611"/>
                  </a:lnTo>
                  <a:lnTo>
                    <a:pt x="6375" y="489"/>
                  </a:lnTo>
                  <a:lnTo>
                    <a:pt x="6131" y="367"/>
                  </a:lnTo>
                  <a:lnTo>
                    <a:pt x="5838" y="269"/>
                  </a:lnTo>
                  <a:lnTo>
                    <a:pt x="5544" y="172"/>
                  </a:lnTo>
                  <a:lnTo>
                    <a:pt x="5227" y="98"/>
                  </a:lnTo>
                  <a:lnTo>
                    <a:pt x="4885" y="49"/>
                  </a:lnTo>
                  <a:lnTo>
                    <a:pt x="4543" y="1"/>
                  </a:lnTo>
                  <a:close/>
                </a:path>
              </a:pathLst>
            </a:custGeom>
            <a:solidFill>
              <a:schemeClr val="lt1"/>
            </a:solidFill>
            <a:ln>
              <a:noFill/>
            </a:ln>
            <a:effectLst>
              <a:outerShdw blurRad="28575" rotWithShape="0" algn="bl" dir="2700000" dist="19050">
                <a:schemeClr val="dk1">
                  <a:alpha val="20000"/>
                </a:schemeClr>
              </a:outerShdw>
            </a:effectLst>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187" name="Google Shape;187;p7"/>
            <p:cNvSpPr/>
            <p:nvPr/>
          </p:nvSpPr>
          <p:spPr>
            <a:xfrm>
              <a:off x="2146775" y="995225"/>
              <a:ext cx="208225" cy="332175"/>
            </a:xfrm>
            <a:custGeom>
              <a:rect b="b" l="l" r="r" t="t"/>
              <a:pathLst>
                <a:path extrusionOk="0" h="13287" w="8329">
                  <a:moveTo>
                    <a:pt x="3786" y="1"/>
                  </a:moveTo>
                  <a:lnTo>
                    <a:pt x="3444" y="49"/>
                  </a:lnTo>
                  <a:lnTo>
                    <a:pt x="3102" y="98"/>
                  </a:lnTo>
                  <a:lnTo>
                    <a:pt x="2784" y="172"/>
                  </a:lnTo>
                  <a:lnTo>
                    <a:pt x="2491" y="269"/>
                  </a:lnTo>
                  <a:lnTo>
                    <a:pt x="2198" y="367"/>
                  </a:lnTo>
                  <a:lnTo>
                    <a:pt x="1954" y="489"/>
                  </a:lnTo>
                  <a:lnTo>
                    <a:pt x="1685" y="611"/>
                  </a:lnTo>
                  <a:lnTo>
                    <a:pt x="1246" y="904"/>
                  </a:lnTo>
                  <a:lnTo>
                    <a:pt x="879" y="1173"/>
                  </a:lnTo>
                  <a:lnTo>
                    <a:pt x="562" y="1442"/>
                  </a:lnTo>
                  <a:lnTo>
                    <a:pt x="293" y="1686"/>
                  </a:lnTo>
                  <a:lnTo>
                    <a:pt x="171" y="1808"/>
                  </a:lnTo>
                  <a:lnTo>
                    <a:pt x="98" y="1881"/>
                  </a:lnTo>
                  <a:lnTo>
                    <a:pt x="49" y="1979"/>
                  </a:lnTo>
                  <a:lnTo>
                    <a:pt x="0" y="2101"/>
                  </a:lnTo>
                  <a:lnTo>
                    <a:pt x="0" y="2199"/>
                  </a:lnTo>
                  <a:lnTo>
                    <a:pt x="0" y="13287"/>
                  </a:lnTo>
                  <a:lnTo>
                    <a:pt x="244" y="13067"/>
                  </a:lnTo>
                  <a:lnTo>
                    <a:pt x="537" y="12798"/>
                  </a:lnTo>
                  <a:lnTo>
                    <a:pt x="904" y="12530"/>
                  </a:lnTo>
                  <a:lnTo>
                    <a:pt x="1124" y="12383"/>
                  </a:lnTo>
                  <a:lnTo>
                    <a:pt x="1343" y="12261"/>
                  </a:lnTo>
                  <a:lnTo>
                    <a:pt x="1612" y="12139"/>
                  </a:lnTo>
                  <a:lnTo>
                    <a:pt x="1881" y="12017"/>
                  </a:lnTo>
                  <a:lnTo>
                    <a:pt x="2198" y="11919"/>
                  </a:lnTo>
                  <a:lnTo>
                    <a:pt x="2540" y="11821"/>
                  </a:lnTo>
                  <a:lnTo>
                    <a:pt x="2907" y="11748"/>
                  </a:lnTo>
                  <a:lnTo>
                    <a:pt x="3297" y="11675"/>
                  </a:lnTo>
                  <a:lnTo>
                    <a:pt x="3712" y="11650"/>
                  </a:lnTo>
                  <a:lnTo>
                    <a:pt x="4152" y="11626"/>
                  </a:lnTo>
                  <a:lnTo>
                    <a:pt x="4738" y="11650"/>
                  </a:lnTo>
                  <a:lnTo>
                    <a:pt x="5300" y="11699"/>
                  </a:lnTo>
                  <a:lnTo>
                    <a:pt x="5788" y="11748"/>
                  </a:lnTo>
                  <a:lnTo>
                    <a:pt x="6252" y="11821"/>
                  </a:lnTo>
                  <a:lnTo>
                    <a:pt x="6668" y="11919"/>
                  </a:lnTo>
                  <a:lnTo>
                    <a:pt x="7034" y="11992"/>
                  </a:lnTo>
                  <a:lnTo>
                    <a:pt x="7596" y="12163"/>
                  </a:lnTo>
                  <a:lnTo>
                    <a:pt x="7767" y="12188"/>
                  </a:lnTo>
                  <a:lnTo>
                    <a:pt x="7938" y="12163"/>
                  </a:lnTo>
                  <a:lnTo>
                    <a:pt x="8084" y="12090"/>
                  </a:lnTo>
                  <a:lnTo>
                    <a:pt x="8182" y="11992"/>
                  </a:lnTo>
                  <a:lnTo>
                    <a:pt x="8255" y="11895"/>
                  </a:lnTo>
                  <a:lnTo>
                    <a:pt x="8304" y="11773"/>
                  </a:lnTo>
                  <a:lnTo>
                    <a:pt x="8328" y="11626"/>
                  </a:lnTo>
                  <a:lnTo>
                    <a:pt x="8328" y="1661"/>
                  </a:lnTo>
                  <a:lnTo>
                    <a:pt x="8304" y="1539"/>
                  </a:lnTo>
                  <a:lnTo>
                    <a:pt x="8280" y="1442"/>
                  </a:lnTo>
                  <a:lnTo>
                    <a:pt x="8206" y="1319"/>
                  </a:lnTo>
                  <a:lnTo>
                    <a:pt x="8133" y="1246"/>
                  </a:lnTo>
                  <a:lnTo>
                    <a:pt x="7987" y="1124"/>
                  </a:lnTo>
                  <a:lnTo>
                    <a:pt x="7816" y="978"/>
                  </a:lnTo>
                  <a:lnTo>
                    <a:pt x="7400" y="758"/>
                  </a:lnTo>
                  <a:lnTo>
                    <a:pt x="6936" y="538"/>
                  </a:lnTo>
                  <a:lnTo>
                    <a:pt x="6423" y="343"/>
                  </a:lnTo>
                  <a:lnTo>
                    <a:pt x="5862" y="196"/>
                  </a:lnTo>
                  <a:lnTo>
                    <a:pt x="5300" y="74"/>
                  </a:lnTo>
                  <a:lnTo>
                    <a:pt x="4738" y="25"/>
                  </a:lnTo>
                  <a:lnTo>
                    <a:pt x="4152" y="1"/>
                  </a:lnTo>
                  <a:close/>
                </a:path>
              </a:pathLst>
            </a:custGeom>
            <a:solidFill>
              <a:schemeClr val="lt1"/>
            </a:solidFill>
            <a:ln>
              <a:noFill/>
            </a:ln>
            <a:effectLst>
              <a:outerShdw blurRad="28575" rotWithShape="0" algn="bl" dir="2700000" dist="19050">
                <a:schemeClr val="dk1">
                  <a:alpha val="20000"/>
                </a:schemeClr>
              </a:outerShdw>
            </a:effectLst>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grpSp>
      <p:pic>
        <p:nvPicPr>
          <p:cNvPr descr="perspective_transform" id="188" name="Google Shape;188;p7"/>
          <p:cNvPicPr preferRelativeResize="0"/>
          <p:nvPr/>
        </p:nvPicPr>
        <p:blipFill rotWithShape="1">
          <a:blip r:embed="rId4">
            <a:alphaModFix/>
          </a:blip>
          <a:srcRect b="0" l="0" r="0" t="0"/>
          <a:stretch/>
        </p:blipFill>
        <p:spPr>
          <a:xfrm>
            <a:off x="6026570" y="1940612"/>
            <a:ext cx="5822955" cy="1640133"/>
          </a:xfrm>
          <a:prstGeom prst="rect">
            <a:avLst/>
          </a:prstGeom>
          <a:noFill/>
          <a:ln>
            <a:noFill/>
          </a:ln>
        </p:spPr>
      </p:pic>
      <p:sp>
        <p:nvSpPr>
          <p:cNvPr id="189" name="Google Shape;189;p7"/>
          <p:cNvSpPr/>
          <p:nvPr/>
        </p:nvSpPr>
        <p:spPr>
          <a:xfrm>
            <a:off x="6583212" y="1274229"/>
            <a:ext cx="441980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3F3F3F"/>
                </a:solidFill>
                <a:latin typeface="Bebas Neue"/>
                <a:ea typeface="Bebas Neue"/>
                <a:cs typeface="Bebas Neue"/>
                <a:sym typeface="Bebas Neue"/>
              </a:rPr>
              <a:t>How Perspective Transformation Works?</a:t>
            </a:r>
            <a:endParaRPr/>
          </a:p>
        </p:txBody>
      </p:sp>
      <p:sp>
        <p:nvSpPr>
          <p:cNvPr id="190" name="Google Shape;190;p7"/>
          <p:cNvSpPr txBox="1"/>
          <p:nvPr>
            <p:ph idx="1" type="body"/>
          </p:nvPr>
        </p:nvSpPr>
        <p:spPr>
          <a:xfrm>
            <a:off x="388996" y="4386683"/>
            <a:ext cx="5128628" cy="2265933"/>
          </a:xfrm>
          <a:prstGeom prst="rect">
            <a:avLst/>
          </a:prstGeom>
          <a:noFill/>
          <a:ln>
            <a:noFill/>
          </a:ln>
        </p:spPr>
        <p:txBody>
          <a:bodyPr anchorCtr="0" anchor="t" bIns="0" lIns="0" spcFirstLastPara="1" rIns="0" wrap="square" tIns="0">
            <a:noAutofit/>
          </a:bodyPr>
          <a:lstStyle/>
          <a:p>
            <a:pPr indent="-474120" lvl="0" marL="609585" rtl="0" algn="l">
              <a:spcBef>
                <a:spcPts val="0"/>
              </a:spcBef>
              <a:spcAft>
                <a:spcPts val="0"/>
              </a:spcAft>
              <a:buClr>
                <a:schemeClr val="dk1"/>
              </a:buClr>
              <a:buSzPts val="2000"/>
              <a:buFont typeface="Arial"/>
              <a:buChar char="▸"/>
            </a:pPr>
            <a:r>
              <a:rPr lang="en-US" sz="1867"/>
              <a:t>We use OpenCV’s </a:t>
            </a:r>
            <a:r>
              <a:rPr b="1" lang="en-US" sz="1867"/>
              <a:t>getPerspectiveTransform</a:t>
            </a:r>
            <a:r>
              <a:rPr lang="en-US" sz="1867"/>
              <a:t> and </a:t>
            </a:r>
            <a:r>
              <a:rPr b="1" lang="en-US" sz="1867"/>
              <a:t>warpPerspective</a:t>
            </a:r>
            <a:r>
              <a:rPr lang="en-US" sz="1867"/>
              <a:t> methods to transform the trapezoid-like perspective into a rectangle-like perspective. </a:t>
            </a:r>
            <a:endParaRPr/>
          </a:p>
        </p:txBody>
      </p:sp>
      <p:sp>
        <p:nvSpPr>
          <p:cNvPr id="191" name="Google Shape;191;p7"/>
          <p:cNvSpPr txBox="1"/>
          <p:nvPr>
            <p:ph idx="1" type="body"/>
          </p:nvPr>
        </p:nvSpPr>
        <p:spPr>
          <a:xfrm>
            <a:off x="5517624" y="4386684"/>
            <a:ext cx="6550977" cy="2265933"/>
          </a:xfrm>
          <a:prstGeom prst="rect">
            <a:avLst/>
          </a:prstGeom>
          <a:noFill/>
          <a:ln>
            <a:noFill/>
          </a:ln>
        </p:spPr>
        <p:txBody>
          <a:bodyPr anchorCtr="0" anchor="t" bIns="0" lIns="0" spcFirstLastPara="1" rIns="0" wrap="square" tIns="0">
            <a:noAutofit/>
          </a:bodyPr>
          <a:lstStyle/>
          <a:p>
            <a:pPr indent="-474120" lvl="0" marL="609585" rtl="0" algn="l">
              <a:spcBef>
                <a:spcPts val="0"/>
              </a:spcBef>
              <a:spcAft>
                <a:spcPts val="0"/>
              </a:spcAft>
              <a:buClr>
                <a:schemeClr val="dk1"/>
              </a:buClr>
              <a:buSzPts val="2000"/>
              <a:buFont typeface="Arial"/>
              <a:buChar char="▸"/>
            </a:pPr>
            <a:r>
              <a:rPr lang="en-US" sz="1867"/>
              <a:t>From the perspective of the camera mounted on a car below, the lane lines make a </a:t>
            </a:r>
            <a:r>
              <a:rPr lang="en-US" sz="1867" u="sng">
                <a:solidFill>
                  <a:schemeClr val="hlink"/>
                </a:solidFill>
                <a:hlinkClick r:id="rId5"/>
              </a:rPr>
              <a:t>trapezoid</a:t>
            </a:r>
            <a:r>
              <a:rPr lang="en-US" sz="1867"/>
              <a:t>-like shape. </a:t>
            </a:r>
            <a:endParaRPr/>
          </a:p>
          <a:p>
            <a:pPr indent="-474120" lvl="0" marL="609585" rtl="0" algn="l">
              <a:spcBef>
                <a:spcPts val="0"/>
              </a:spcBef>
              <a:spcAft>
                <a:spcPts val="0"/>
              </a:spcAft>
              <a:buClr>
                <a:schemeClr val="dk1"/>
              </a:buClr>
              <a:buSzPts val="2000"/>
              <a:buFont typeface="Arial"/>
              <a:buChar char="▸"/>
            </a:pPr>
            <a:r>
              <a:rPr lang="en-US" sz="1867"/>
              <a:t>We can’t properly calculate the radius of curvature of the lane because, from the camera’s perspective, the lane width appears to decrease the farther away you get from the car.</a:t>
            </a:r>
            <a:endParaRPr sz="1867" u="sng"/>
          </a:p>
        </p:txBody>
      </p:sp>
      <p:pic>
        <p:nvPicPr>
          <p:cNvPr id="192" name="Google Shape;192;p7"/>
          <p:cNvPicPr preferRelativeResize="0"/>
          <p:nvPr/>
        </p:nvPicPr>
        <p:blipFill rotWithShape="1">
          <a:blip r:embed="rId6">
            <a:alphaModFix/>
          </a:blip>
          <a:srcRect b="0" l="0" r="0" t="0"/>
          <a:stretch/>
        </p:blipFill>
        <p:spPr>
          <a:xfrm>
            <a:off x="1836291" y="3844197"/>
            <a:ext cx="225554" cy="225554"/>
          </a:xfrm>
          <a:prstGeom prst="rect">
            <a:avLst/>
          </a:prstGeom>
          <a:noFill/>
          <a:ln>
            <a:noFill/>
          </a:ln>
        </p:spPr>
      </p:pic>
      <p:sp>
        <p:nvSpPr>
          <p:cNvPr id="193" name="Google Shape;193;p7"/>
          <p:cNvSpPr/>
          <p:nvPr/>
        </p:nvSpPr>
        <p:spPr>
          <a:xfrm>
            <a:off x="2061845" y="3823530"/>
            <a:ext cx="2290618" cy="2462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000">
                <a:solidFill>
                  <a:srgbClr val="434343"/>
                </a:solidFill>
                <a:latin typeface="Catamaran"/>
                <a:ea typeface="Catamaran"/>
                <a:cs typeface="Catamaran"/>
                <a:sym typeface="Catamaran"/>
              </a:rPr>
              <a:t>Fig: </a:t>
            </a:r>
            <a:r>
              <a:rPr lang="en-US" sz="1000">
                <a:solidFill>
                  <a:srgbClr val="434343"/>
                </a:solidFill>
                <a:latin typeface="Catamaran"/>
                <a:ea typeface="Catamaran"/>
                <a:cs typeface="Catamaran"/>
                <a:sym typeface="Catamaran"/>
              </a:rPr>
              <a:t>Highlighted lane edges.</a:t>
            </a:r>
            <a:endParaRPr sz="1000">
              <a:solidFill>
                <a:schemeClr val="dk1"/>
              </a:solidFill>
              <a:latin typeface="Arial"/>
              <a:ea typeface="Arial"/>
              <a:cs typeface="Arial"/>
              <a:sym typeface="Arial"/>
            </a:endParaRPr>
          </a:p>
        </p:txBody>
      </p:sp>
      <p:pic>
        <p:nvPicPr>
          <p:cNvPr id="194" name="Google Shape;194;p7"/>
          <p:cNvPicPr preferRelativeResize="0"/>
          <p:nvPr/>
        </p:nvPicPr>
        <p:blipFill rotWithShape="1">
          <a:blip r:embed="rId6">
            <a:alphaModFix/>
          </a:blip>
          <a:srcRect b="0" l="0" r="0" t="0"/>
          <a:stretch/>
        </p:blipFill>
        <p:spPr>
          <a:xfrm>
            <a:off x="7779891" y="3721086"/>
            <a:ext cx="225554" cy="225554"/>
          </a:xfrm>
          <a:prstGeom prst="rect">
            <a:avLst/>
          </a:prstGeom>
          <a:noFill/>
          <a:ln>
            <a:noFill/>
          </a:ln>
        </p:spPr>
      </p:pic>
      <p:sp>
        <p:nvSpPr>
          <p:cNvPr id="195" name="Google Shape;195;p7"/>
          <p:cNvSpPr/>
          <p:nvPr/>
        </p:nvSpPr>
        <p:spPr>
          <a:xfrm>
            <a:off x="8005444" y="3700419"/>
            <a:ext cx="2551719" cy="2462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000">
                <a:solidFill>
                  <a:srgbClr val="434343"/>
                </a:solidFill>
                <a:latin typeface="Catamaran"/>
                <a:ea typeface="Catamaran"/>
                <a:cs typeface="Catamaran"/>
                <a:sym typeface="Catamaran"/>
              </a:rPr>
              <a:t>Fig: </a:t>
            </a:r>
            <a:r>
              <a:rPr lang="en-US" sz="1000">
                <a:solidFill>
                  <a:srgbClr val="434343"/>
                </a:solidFill>
                <a:latin typeface="Catamaran"/>
                <a:ea typeface="Catamaran"/>
                <a:cs typeface="Catamaran"/>
                <a:sym typeface="Catamaran"/>
              </a:rPr>
              <a:t>Perspective Transformation concept.</a:t>
            </a:r>
            <a:endParaRPr sz="1000">
              <a:solidFill>
                <a:schemeClr val="dk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8"/>
          <p:cNvSpPr txBox="1"/>
          <p:nvPr>
            <p:ph idx="12" type="sldNum"/>
          </p:nvPr>
        </p:nvSpPr>
        <p:spPr>
          <a:xfrm>
            <a:off x="11205845" y="6231535"/>
            <a:ext cx="731600" cy="5248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chemeClr val="dk1"/>
              </a:buClr>
              <a:buSzPts val="1800"/>
              <a:buFont typeface="Arial"/>
              <a:buNone/>
            </a:pPr>
            <a:fld id="{00000000-1234-1234-1234-123412341234}" type="slidenum">
              <a:rPr lang="en-US"/>
              <a:t>‹#›</a:t>
            </a:fld>
            <a:endParaRPr/>
          </a:p>
        </p:txBody>
      </p:sp>
      <p:pic>
        <p:nvPicPr>
          <p:cNvPr id="201" name="Google Shape;201;p8"/>
          <p:cNvPicPr preferRelativeResize="0"/>
          <p:nvPr/>
        </p:nvPicPr>
        <p:blipFill rotWithShape="1">
          <a:blip r:embed="rId3">
            <a:alphaModFix/>
          </a:blip>
          <a:srcRect b="0" l="0" r="0" t="0"/>
          <a:stretch/>
        </p:blipFill>
        <p:spPr>
          <a:xfrm>
            <a:off x="1157681" y="1222785"/>
            <a:ext cx="3882623" cy="2420648"/>
          </a:xfrm>
          <a:prstGeom prst="rect">
            <a:avLst/>
          </a:prstGeom>
          <a:noFill/>
          <a:ln>
            <a:noFill/>
          </a:ln>
        </p:spPr>
      </p:pic>
      <p:pic>
        <p:nvPicPr>
          <p:cNvPr id="202" name="Google Shape;202;p8"/>
          <p:cNvPicPr preferRelativeResize="0"/>
          <p:nvPr/>
        </p:nvPicPr>
        <p:blipFill rotWithShape="1">
          <a:blip r:embed="rId4">
            <a:alphaModFix/>
          </a:blip>
          <a:srcRect b="0" l="0" r="0" t="0"/>
          <a:stretch/>
        </p:blipFill>
        <p:spPr>
          <a:xfrm>
            <a:off x="6490165" y="1254060"/>
            <a:ext cx="3678039" cy="2358097"/>
          </a:xfrm>
          <a:prstGeom prst="rect">
            <a:avLst/>
          </a:prstGeom>
          <a:noFill/>
          <a:ln>
            <a:noFill/>
          </a:ln>
        </p:spPr>
      </p:pic>
      <p:grpSp>
        <p:nvGrpSpPr>
          <p:cNvPr id="203" name="Google Shape;203;p8"/>
          <p:cNvGrpSpPr/>
          <p:nvPr/>
        </p:nvGrpSpPr>
        <p:grpSpPr>
          <a:xfrm>
            <a:off x="257842" y="435684"/>
            <a:ext cx="679039" cy="564901"/>
            <a:chOff x="1926350" y="995225"/>
            <a:chExt cx="428650" cy="356600"/>
          </a:xfrm>
        </p:grpSpPr>
        <p:sp>
          <p:nvSpPr>
            <p:cNvPr id="204" name="Google Shape;204;p8"/>
            <p:cNvSpPr/>
            <p:nvPr/>
          </p:nvSpPr>
          <p:spPr>
            <a:xfrm>
              <a:off x="1926350" y="1298075"/>
              <a:ext cx="208225" cy="53750"/>
            </a:xfrm>
            <a:custGeom>
              <a:rect b="b" l="l" r="r" t="t"/>
              <a:pathLst>
                <a:path extrusionOk="0" h="2150" w="8329">
                  <a:moveTo>
                    <a:pt x="0" y="0"/>
                  </a:moveTo>
                  <a:lnTo>
                    <a:pt x="0" y="489"/>
                  </a:lnTo>
                  <a:lnTo>
                    <a:pt x="25" y="635"/>
                  </a:lnTo>
                  <a:lnTo>
                    <a:pt x="74" y="758"/>
                  </a:lnTo>
                  <a:lnTo>
                    <a:pt x="147" y="855"/>
                  </a:lnTo>
                  <a:lnTo>
                    <a:pt x="245" y="953"/>
                  </a:lnTo>
                  <a:lnTo>
                    <a:pt x="391" y="1026"/>
                  </a:lnTo>
                  <a:lnTo>
                    <a:pt x="562" y="1051"/>
                  </a:lnTo>
                  <a:lnTo>
                    <a:pt x="733" y="1026"/>
                  </a:lnTo>
                  <a:lnTo>
                    <a:pt x="1295" y="855"/>
                  </a:lnTo>
                  <a:lnTo>
                    <a:pt x="1661" y="782"/>
                  </a:lnTo>
                  <a:lnTo>
                    <a:pt x="2076" y="684"/>
                  </a:lnTo>
                  <a:lnTo>
                    <a:pt x="2540" y="611"/>
                  </a:lnTo>
                  <a:lnTo>
                    <a:pt x="3029" y="562"/>
                  </a:lnTo>
                  <a:lnTo>
                    <a:pt x="3591" y="513"/>
                  </a:lnTo>
                  <a:lnTo>
                    <a:pt x="4177" y="489"/>
                  </a:lnTo>
                  <a:lnTo>
                    <a:pt x="4616" y="513"/>
                  </a:lnTo>
                  <a:lnTo>
                    <a:pt x="5032" y="538"/>
                  </a:lnTo>
                  <a:lnTo>
                    <a:pt x="5422" y="611"/>
                  </a:lnTo>
                  <a:lnTo>
                    <a:pt x="5789" y="684"/>
                  </a:lnTo>
                  <a:lnTo>
                    <a:pt x="6131" y="782"/>
                  </a:lnTo>
                  <a:lnTo>
                    <a:pt x="6448" y="880"/>
                  </a:lnTo>
                  <a:lnTo>
                    <a:pt x="6717" y="1002"/>
                  </a:lnTo>
                  <a:lnTo>
                    <a:pt x="6985" y="1124"/>
                  </a:lnTo>
                  <a:lnTo>
                    <a:pt x="7205" y="1246"/>
                  </a:lnTo>
                  <a:lnTo>
                    <a:pt x="7425" y="1393"/>
                  </a:lnTo>
                  <a:lnTo>
                    <a:pt x="7791" y="1661"/>
                  </a:lnTo>
                  <a:lnTo>
                    <a:pt x="8084" y="1930"/>
                  </a:lnTo>
                  <a:lnTo>
                    <a:pt x="8329" y="2150"/>
                  </a:lnTo>
                  <a:lnTo>
                    <a:pt x="8329" y="1661"/>
                  </a:lnTo>
                  <a:lnTo>
                    <a:pt x="8084" y="1441"/>
                  </a:lnTo>
                  <a:lnTo>
                    <a:pt x="7791" y="1173"/>
                  </a:lnTo>
                  <a:lnTo>
                    <a:pt x="7425" y="904"/>
                  </a:lnTo>
                  <a:lnTo>
                    <a:pt x="7205" y="758"/>
                  </a:lnTo>
                  <a:lnTo>
                    <a:pt x="6985" y="635"/>
                  </a:lnTo>
                  <a:lnTo>
                    <a:pt x="6717" y="513"/>
                  </a:lnTo>
                  <a:lnTo>
                    <a:pt x="6448" y="391"/>
                  </a:lnTo>
                  <a:lnTo>
                    <a:pt x="6131" y="294"/>
                  </a:lnTo>
                  <a:lnTo>
                    <a:pt x="5789" y="196"/>
                  </a:lnTo>
                  <a:lnTo>
                    <a:pt x="5422" y="123"/>
                  </a:lnTo>
                  <a:lnTo>
                    <a:pt x="5032" y="49"/>
                  </a:lnTo>
                  <a:lnTo>
                    <a:pt x="4616" y="25"/>
                  </a:lnTo>
                  <a:lnTo>
                    <a:pt x="4177" y="0"/>
                  </a:lnTo>
                  <a:lnTo>
                    <a:pt x="3591" y="25"/>
                  </a:lnTo>
                  <a:lnTo>
                    <a:pt x="3029" y="74"/>
                  </a:lnTo>
                  <a:lnTo>
                    <a:pt x="2540" y="123"/>
                  </a:lnTo>
                  <a:lnTo>
                    <a:pt x="2076" y="196"/>
                  </a:lnTo>
                  <a:lnTo>
                    <a:pt x="1661" y="294"/>
                  </a:lnTo>
                  <a:lnTo>
                    <a:pt x="1295" y="367"/>
                  </a:lnTo>
                  <a:lnTo>
                    <a:pt x="733" y="538"/>
                  </a:lnTo>
                  <a:lnTo>
                    <a:pt x="562" y="562"/>
                  </a:lnTo>
                  <a:lnTo>
                    <a:pt x="391" y="538"/>
                  </a:lnTo>
                  <a:lnTo>
                    <a:pt x="245" y="465"/>
                  </a:lnTo>
                  <a:lnTo>
                    <a:pt x="147" y="367"/>
                  </a:lnTo>
                  <a:lnTo>
                    <a:pt x="74" y="269"/>
                  </a:lnTo>
                  <a:lnTo>
                    <a:pt x="25" y="147"/>
                  </a:lnTo>
                  <a:lnTo>
                    <a:pt x="0" y="0"/>
                  </a:lnTo>
                  <a:close/>
                </a:path>
              </a:pathLst>
            </a:custGeom>
            <a:solidFill>
              <a:schemeClr val="lt1"/>
            </a:solidFill>
            <a:ln>
              <a:noFill/>
            </a:ln>
            <a:effectLst>
              <a:outerShdw blurRad="28575" rotWithShape="0" algn="bl" dir="2700000" dist="19050">
                <a:schemeClr val="dk1">
                  <a:alpha val="20000"/>
                </a:schemeClr>
              </a:outerShdw>
            </a:effectLst>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205" name="Google Shape;205;p8"/>
            <p:cNvSpPr/>
            <p:nvPr/>
          </p:nvSpPr>
          <p:spPr>
            <a:xfrm>
              <a:off x="2146775" y="1298075"/>
              <a:ext cx="208225" cy="53750"/>
            </a:xfrm>
            <a:custGeom>
              <a:rect b="b" l="l" r="r" t="t"/>
              <a:pathLst>
                <a:path extrusionOk="0" h="2150" w="8329">
                  <a:moveTo>
                    <a:pt x="4152" y="0"/>
                  </a:moveTo>
                  <a:lnTo>
                    <a:pt x="3712" y="25"/>
                  </a:lnTo>
                  <a:lnTo>
                    <a:pt x="3297" y="49"/>
                  </a:lnTo>
                  <a:lnTo>
                    <a:pt x="2907" y="123"/>
                  </a:lnTo>
                  <a:lnTo>
                    <a:pt x="2540" y="196"/>
                  </a:lnTo>
                  <a:lnTo>
                    <a:pt x="2198" y="294"/>
                  </a:lnTo>
                  <a:lnTo>
                    <a:pt x="1881" y="391"/>
                  </a:lnTo>
                  <a:lnTo>
                    <a:pt x="1612" y="513"/>
                  </a:lnTo>
                  <a:lnTo>
                    <a:pt x="1343" y="635"/>
                  </a:lnTo>
                  <a:lnTo>
                    <a:pt x="1124" y="758"/>
                  </a:lnTo>
                  <a:lnTo>
                    <a:pt x="904" y="904"/>
                  </a:lnTo>
                  <a:lnTo>
                    <a:pt x="537" y="1173"/>
                  </a:lnTo>
                  <a:lnTo>
                    <a:pt x="244" y="1441"/>
                  </a:lnTo>
                  <a:lnTo>
                    <a:pt x="0" y="1661"/>
                  </a:lnTo>
                  <a:lnTo>
                    <a:pt x="0" y="2150"/>
                  </a:lnTo>
                  <a:lnTo>
                    <a:pt x="244" y="1930"/>
                  </a:lnTo>
                  <a:lnTo>
                    <a:pt x="537" y="1661"/>
                  </a:lnTo>
                  <a:lnTo>
                    <a:pt x="904" y="1393"/>
                  </a:lnTo>
                  <a:lnTo>
                    <a:pt x="1124" y="1246"/>
                  </a:lnTo>
                  <a:lnTo>
                    <a:pt x="1343" y="1124"/>
                  </a:lnTo>
                  <a:lnTo>
                    <a:pt x="1612" y="1002"/>
                  </a:lnTo>
                  <a:lnTo>
                    <a:pt x="1881" y="880"/>
                  </a:lnTo>
                  <a:lnTo>
                    <a:pt x="2198" y="782"/>
                  </a:lnTo>
                  <a:lnTo>
                    <a:pt x="2540" y="684"/>
                  </a:lnTo>
                  <a:lnTo>
                    <a:pt x="2907" y="611"/>
                  </a:lnTo>
                  <a:lnTo>
                    <a:pt x="3297" y="538"/>
                  </a:lnTo>
                  <a:lnTo>
                    <a:pt x="3712" y="513"/>
                  </a:lnTo>
                  <a:lnTo>
                    <a:pt x="4152" y="489"/>
                  </a:lnTo>
                  <a:lnTo>
                    <a:pt x="4738" y="513"/>
                  </a:lnTo>
                  <a:lnTo>
                    <a:pt x="5300" y="562"/>
                  </a:lnTo>
                  <a:lnTo>
                    <a:pt x="5788" y="611"/>
                  </a:lnTo>
                  <a:lnTo>
                    <a:pt x="6252" y="684"/>
                  </a:lnTo>
                  <a:lnTo>
                    <a:pt x="6668" y="782"/>
                  </a:lnTo>
                  <a:lnTo>
                    <a:pt x="7034" y="855"/>
                  </a:lnTo>
                  <a:lnTo>
                    <a:pt x="7596" y="1026"/>
                  </a:lnTo>
                  <a:lnTo>
                    <a:pt x="7767" y="1051"/>
                  </a:lnTo>
                  <a:lnTo>
                    <a:pt x="7938" y="1026"/>
                  </a:lnTo>
                  <a:lnTo>
                    <a:pt x="8084" y="953"/>
                  </a:lnTo>
                  <a:lnTo>
                    <a:pt x="8182" y="855"/>
                  </a:lnTo>
                  <a:lnTo>
                    <a:pt x="8255" y="758"/>
                  </a:lnTo>
                  <a:lnTo>
                    <a:pt x="8304" y="635"/>
                  </a:lnTo>
                  <a:lnTo>
                    <a:pt x="8328" y="489"/>
                  </a:lnTo>
                  <a:lnTo>
                    <a:pt x="8328" y="0"/>
                  </a:lnTo>
                  <a:lnTo>
                    <a:pt x="8304" y="147"/>
                  </a:lnTo>
                  <a:lnTo>
                    <a:pt x="8255" y="269"/>
                  </a:lnTo>
                  <a:lnTo>
                    <a:pt x="8182" y="367"/>
                  </a:lnTo>
                  <a:lnTo>
                    <a:pt x="8084" y="465"/>
                  </a:lnTo>
                  <a:lnTo>
                    <a:pt x="7938" y="538"/>
                  </a:lnTo>
                  <a:lnTo>
                    <a:pt x="7767" y="562"/>
                  </a:lnTo>
                  <a:lnTo>
                    <a:pt x="7596" y="538"/>
                  </a:lnTo>
                  <a:lnTo>
                    <a:pt x="7034" y="367"/>
                  </a:lnTo>
                  <a:lnTo>
                    <a:pt x="6668" y="294"/>
                  </a:lnTo>
                  <a:lnTo>
                    <a:pt x="6252" y="196"/>
                  </a:lnTo>
                  <a:lnTo>
                    <a:pt x="5788" y="123"/>
                  </a:lnTo>
                  <a:lnTo>
                    <a:pt x="5300" y="74"/>
                  </a:lnTo>
                  <a:lnTo>
                    <a:pt x="4738" y="25"/>
                  </a:lnTo>
                  <a:lnTo>
                    <a:pt x="4152" y="0"/>
                  </a:lnTo>
                  <a:close/>
                </a:path>
              </a:pathLst>
            </a:custGeom>
            <a:solidFill>
              <a:schemeClr val="lt1"/>
            </a:solidFill>
            <a:ln>
              <a:noFill/>
            </a:ln>
            <a:effectLst>
              <a:outerShdw blurRad="28575" rotWithShape="0" algn="bl" dir="2700000" dist="19050">
                <a:schemeClr val="dk1">
                  <a:alpha val="20000"/>
                </a:schemeClr>
              </a:outerShdw>
            </a:effectLst>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206" name="Google Shape;206;p8"/>
            <p:cNvSpPr/>
            <p:nvPr/>
          </p:nvSpPr>
          <p:spPr>
            <a:xfrm>
              <a:off x="1926350" y="995225"/>
              <a:ext cx="208225" cy="332175"/>
            </a:xfrm>
            <a:custGeom>
              <a:rect b="b" l="l" r="r" t="t"/>
              <a:pathLst>
                <a:path extrusionOk="0" h="13287" w="8329">
                  <a:moveTo>
                    <a:pt x="4177" y="1"/>
                  </a:moveTo>
                  <a:lnTo>
                    <a:pt x="3591" y="25"/>
                  </a:lnTo>
                  <a:lnTo>
                    <a:pt x="3029" y="74"/>
                  </a:lnTo>
                  <a:lnTo>
                    <a:pt x="2467" y="196"/>
                  </a:lnTo>
                  <a:lnTo>
                    <a:pt x="1905" y="343"/>
                  </a:lnTo>
                  <a:lnTo>
                    <a:pt x="1393" y="538"/>
                  </a:lnTo>
                  <a:lnTo>
                    <a:pt x="929" y="758"/>
                  </a:lnTo>
                  <a:lnTo>
                    <a:pt x="513" y="978"/>
                  </a:lnTo>
                  <a:lnTo>
                    <a:pt x="342" y="1124"/>
                  </a:lnTo>
                  <a:lnTo>
                    <a:pt x="196" y="1246"/>
                  </a:lnTo>
                  <a:lnTo>
                    <a:pt x="123" y="1319"/>
                  </a:lnTo>
                  <a:lnTo>
                    <a:pt x="49" y="1442"/>
                  </a:lnTo>
                  <a:lnTo>
                    <a:pt x="25" y="1539"/>
                  </a:lnTo>
                  <a:lnTo>
                    <a:pt x="0" y="1661"/>
                  </a:lnTo>
                  <a:lnTo>
                    <a:pt x="0" y="11626"/>
                  </a:lnTo>
                  <a:lnTo>
                    <a:pt x="25" y="11773"/>
                  </a:lnTo>
                  <a:lnTo>
                    <a:pt x="74" y="11895"/>
                  </a:lnTo>
                  <a:lnTo>
                    <a:pt x="147" y="11992"/>
                  </a:lnTo>
                  <a:lnTo>
                    <a:pt x="245" y="12090"/>
                  </a:lnTo>
                  <a:lnTo>
                    <a:pt x="391" y="12163"/>
                  </a:lnTo>
                  <a:lnTo>
                    <a:pt x="562" y="12188"/>
                  </a:lnTo>
                  <a:lnTo>
                    <a:pt x="733" y="12163"/>
                  </a:lnTo>
                  <a:lnTo>
                    <a:pt x="1295" y="11992"/>
                  </a:lnTo>
                  <a:lnTo>
                    <a:pt x="1661" y="11919"/>
                  </a:lnTo>
                  <a:lnTo>
                    <a:pt x="2076" y="11821"/>
                  </a:lnTo>
                  <a:lnTo>
                    <a:pt x="2540" y="11748"/>
                  </a:lnTo>
                  <a:lnTo>
                    <a:pt x="3029" y="11699"/>
                  </a:lnTo>
                  <a:lnTo>
                    <a:pt x="3591" y="11650"/>
                  </a:lnTo>
                  <a:lnTo>
                    <a:pt x="4177" y="11626"/>
                  </a:lnTo>
                  <a:lnTo>
                    <a:pt x="4616" y="11650"/>
                  </a:lnTo>
                  <a:lnTo>
                    <a:pt x="5032" y="11675"/>
                  </a:lnTo>
                  <a:lnTo>
                    <a:pt x="5422" y="11748"/>
                  </a:lnTo>
                  <a:lnTo>
                    <a:pt x="5789" y="11821"/>
                  </a:lnTo>
                  <a:lnTo>
                    <a:pt x="6131" y="11919"/>
                  </a:lnTo>
                  <a:lnTo>
                    <a:pt x="6448" y="12017"/>
                  </a:lnTo>
                  <a:lnTo>
                    <a:pt x="6717" y="12139"/>
                  </a:lnTo>
                  <a:lnTo>
                    <a:pt x="6985" y="12261"/>
                  </a:lnTo>
                  <a:lnTo>
                    <a:pt x="7205" y="12383"/>
                  </a:lnTo>
                  <a:lnTo>
                    <a:pt x="7425" y="12530"/>
                  </a:lnTo>
                  <a:lnTo>
                    <a:pt x="7791" y="12798"/>
                  </a:lnTo>
                  <a:lnTo>
                    <a:pt x="8084" y="13067"/>
                  </a:lnTo>
                  <a:lnTo>
                    <a:pt x="8329" y="13287"/>
                  </a:lnTo>
                  <a:lnTo>
                    <a:pt x="8329" y="2199"/>
                  </a:lnTo>
                  <a:lnTo>
                    <a:pt x="8329" y="2101"/>
                  </a:lnTo>
                  <a:lnTo>
                    <a:pt x="8280" y="1979"/>
                  </a:lnTo>
                  <a:lnTo>
                    <a:pt x="8231" y="1881"/>
                  </a:lnTo>
                  <a:lnTo>
                    <a:pt x="8158" y="1808"/>
                  </a:lnTo>
                  <a:lnTo>
                    <a:pt x="8036" y="1686"/>
                  </a:lnTo>
                  <a:lnTo>
                    <a:pt x="7767" y="1442"/>
                  </a:lnTo>
                  <a:lnTo>
                    <a:pt x="7449" y="1173"/>
                  </a:lnTo>
                  <a:lnTo>
                    <a:pt x="7083" y="904"/>
                  </a:lnTo>
                  <a:lnTo>
                    <a:pt x="6644" y="611"/>
                  </a:lnTo>
                  <a:lnTo>
                    <a:pt x="6375" y="489"/>
                  </a:lnTo>
                  <a:lnTo>
                    <a:pt x="6131" y="367"/>
                  </a:lnTo>
                  <a:lnTo>
                    <a:pt x="5838" y="269"/>
                  </a:lnTo>
                  <a:lnTo>
                    <a:pt x="5544" y="172"/>
                  </a:lnTo>
                  <a:lnTo>
                    <a:pt x="5227" y="98"/>
                  </a:lnTo>
                  <a:lnTo>
                    <a:pt x="4885" y="49"/>
                  </a:lnTo>
                  <a:lnTo>
                    <a:pt x="4543" y="1"/>
                  </a:lnTo>
                  <a:close/>
                </a:path>
              </a:pathLst>
            </a:custGeom>
            <a:solidFill>
              <a:schemeClr val="lt1"/>
            </a:solidFill>
            <a:ln>
              <a:noFill/>
            </a:ln>
            <a:effectLst>
              <a:outerShdw blurRad="28575" rotWithShape="0" algn="bl" dir="2700000" dist="19050">
                <a:schemeClr val="dk1">
                  <a:alpha val="20000"/>
                </a:schemeClr>
              </a:outerShdw>
            </a:effectLst>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207" name="Google Shape;207;p8"/>
            <p:cNvSpPr/>
            <p:nvPr/>
          </p:nvSpPr>
          <p:spPr>
            <a:xfrm>
              <a:off x="2146775" y="995225"/>
              <a:ext cx="208225" cy="332175"/>
            </a:xfrm>
            <a:custGeom>
              <a:rect b="b" l="l" r="r" t="t"/>
              <a:pathLst>
                <a:path extrusionOk="0" h="13287" w="8329">
                  <a:moveTo>
                    <a:pt x="3786" y="1"/>
                  </a:moveTo>
                  <a:lnTo>
                    <a:pt x="3444" y="49"/>
                  </a:lnTo>
                  <a:lnTo>
                    <a:pt x="3102" y="98"/>
                  </a:lnTo>
                  <a:lnTo>
                    <a:pt x="2784" y="172"/>
                  </a:lnTo>
                  <a:lnTo>
                    <a:pt x="2491" y="269"/>
                  </a:lnTo>
                  <a:lnTo>
                    <a:pt x="2198" y="367"/>
                  </a:lnTo>
                  <a:lnTo>
                    <a:pt x="1954" y="489"/>
                  </a:lnTo>
                  <a:lnTo>
                    <a:pt x="1685" y="611"/>
                  </a:lnTo>
                  <a:lnTo>
                    <a:pt x="1246" y="904"/>
                  </a:lnTo>
                  <a:lnTo>
                    <a:pt x="879" y="1173"/>
                  </a:lnTo>
                  <a:lnTo>
                    <a:pt x="562" y="1442"/>
                  </a:lnTo>
                  <a:lnTo>
                    <a:pt x="293" y="1686"/>
                  </a:lnTo>
                  <a:lnTo>
                    <a:pt x="171" y="1808"/>
                  </a:lnTo>
                  <a:lnTo>
                    <a:pt x="98" y="1881"/>
                  </a:lnTo>
                  <a:lnTo>
                    <a:pt x="49" y="1979"/>
                  </a:lnTo>
                  <a:lnTo>
                    <a:pt x="0" y="2101"/>
                  </a:lnTo>
                  <a:lnTo>
                    <a:pt x="0" y="2199"/>
                  </a:lnTo>
                  <a:lnTo>
                    <a:pt x="0" y="13287"/>
                  </a:lnTo>
                  <a:lnTo>
                    <a:pt x="244" y="13067"/>
                  </a:lnTo>
                  <a:lnTo>
                    <a:pt x="537" y="12798"/>
                  </a:lnTo>
                  <a:lnTo>
                    <a:pt x="904" y="12530"/>
                  </a:lnTo>
                  <a:lnTo>
                    <a:pt x="1124" y="12383"/>
                  </a:lnTo>
                  <a:lnTo>
                    <a:pt x="1343" y="12261"/>
                  </a:lnTo>
                  <a:lnTo>
                    <a:pt x="1612" y="12139"/>
                  </a:lnTo>
                  <a:lnTo>
                    <a:pt x="1881" y="12017"/>
                  </a:lnTo>
                  <a:lnTo>
                    <a:pt x="2198" y="11919"/>
                  </a:lnTo>
                  <a:lnTo>
                    <a:pt x="2540" y="11821"/>
                  </a:lnTo>
                  <a:lnTo>
                    <a:pt x="2907" y="11748"/>
                  </a:lnTo>
                  <a:lnTo>
                    <a:pt x="3297" y="11675"/>
                  </a:lnTo>
                  <a:lnTo>
                    <a:pt x="3712" y="11650"/>
                  </a:lnTo>
                  <a:lnTo>
                    <a:pt x="4152" y="11626"/>
                  </a:lnTo>
                  <a:lnTo>
                    <a:pt x="4738" y="11650"/>
                  </a:lnTo>
                  <a:lnTo>
                    <a:pt x="5300" y="11699"/>
                  </a:lnTo>
                  <a:lnTo>
                    <a:pt x="5788" y="11748"/>
                  </a:lnTo>
                  <a:lnTo>
                    <a:pt x="6252" y="11821"/>
                  </a:lnTo>
                  <a:lnTo>
                    <a:pt x="6668" y="11919"/>
                  </a:lnTo>
                  <a:lnTo>
                    <a:pt x="7034" y="11992"/>
                  </a:lnTo>
                  <a:lnTo>
                    <a:pt x="7596" y="12163"/>
                  </a:lnTo>
                  <a:lnTo>
                    <a:pt x="7767" y="12188"/>
                  </a:lnTo>
                  <a:lnTo>
                    <a:pt x="7938" y="12163"/>
                  </a:lnTo>
                  <a:lnTo>
                    <a:pt x="8084" y="12090"/>
                  </a:lnTo>
                  <a:lnTo>
                    <a:pt x="8182" y="11992"/>
                  </a:lnTo>
                  <a:lnTo>
                    <a:pt x="8255" y="11895"/>
                  </a:lnTo>
                  <a:lnTo>
                    <a:pt x="8304" y="11773"/>
                  </a:lnTo>
                  <a:lnTo>
                    <a:pt x="8328" y="11626"/>
                  </a:lnTo>
                  <a:lnTo>
                    <a:pt x="8328" y="1661"/>
                  </a:lnTo>
                  <a:lnTo>
                    <a:pt x="8304" y="1539"/>
                  </a:lnTo>
                  <a:lnTo>
                    <a:pt x="8280" y="1442"/>
                  </a:lnTo>
                  <a:lnTo>
                    <a:pt x="8206" y="1319"/>
                  </a:lnTo>
                  <a:lnTo>
                    <a:pt x="8133" y="1246"/>
                  </a:lnTo>
                  <a:lnTo>
                    <a:pt x="7987" y="1124"/>
                  </a:lnTo>
                  <a:lnTo>
                    <a:pt x="7816" y="978"/>
                  </a:lnTo>
                  <a:lnTo>
                    <a:pt x="7400" y="758"/>
                  </a:lnTo>
                  <a:lnTo>
                    <a:pt x="6936" y="538"/>
                  </a:lnTo>
                  <a:lnTo>
                    <a:pt x="6423" y="343"/>
                  </a:lnTo>
                  <a:lnTo>
                    <a:pt x="5862" y="196"/>
                  </a:lnTo>
                  <a:lnTo>
                    <a:pt x="5300" y="74"/>
                  </a:lnTo>
                  <a:lnTo>
                    <a:pt x="4738" y="25"/>
                  </a:lnTo>
                  <a:lnTo>
                    <a:pt x="4152" y="1"/>
                  </a:lnTo>
                  <a:close/>
                </a:path>
              </a:pathLst>
            </a:custGeom>
            <a:solidFill>
              <a:schemeClr val="lt1"/>
            </a:solidFill>
            <a:ln>
              <a:noFill/>
            </a:ln>
            <a:effectLst>
              <a:outerShdw blurRad="28575" rotWithShape="0" algn="bl" dir="2700000" dist="19050">
                <a:schemeClr val="dk1">
                  <a:alpha val="20000"/>
                </a:schemeClr>
              </a:outerShdw>
            </a:effectLst>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grpSp>
      <p:pic>
        <p:nvPicPr>
          <p:cNvPr id="208" name="Google Shape;208;p8"/>
          <p:cNvPicPr preferRelativeResize="0"/>
          <p:nvPr/>
        </p:nvPicPr>
        <p:blipFill rotWithShape="1">
          <a:blip r:embed="rId5">
            <a:alphaModFix/>
          </a:blip>
          <a:srcRect b="0" l="0" r="0" t="0"/>
          <a:stretch/>
        </p:blipFill>
        <p:spPr>
          <a:xfrm>
            <a:off x="1157681" y="3765431"/>
            <a:ext cx="3972303" cy="2466104"/>
          </a:xfrm>
          <a:prstGeom prst="rect">
            <a:avLst/>
          </a:prstGeom>
          <a:noFill/>
          <a:ln>
            <a:noFill/>
          </a:ln>
        </p:spPr>
      </p:pic>
      <p:pic>
        <p:nvPicPr>
          <p:cNvPr id="209" name="Google Shape;209;p8"/>
          <p:cNvPicPr preferRelativeResize="0"/>
          <p:nvPr/>
        </p:nvPicPr>
        <p:blipFill rotWithShape="1">
          <a:blip r:embed="rId6">
            <a:alphaModFix/>
          </a:blip>
          <a:srcRect b="0" l="0" r="0" t="0"/>
          <a:stretch/>
        </p:blipFill>
        <p:spPr>
          <a:xfrm>
            <a:off x="6443366" y="3836255"/>
            <a:ext cx="3771635" cy="2324455"/>
          </a:xfrm>
          <a:prstGeom prst="rect">
            <a:avLst/>
          </a:prstGeom>
          <a:noFill/>
          <a:ln>
            <a:noFill/>
          </a:ln>
        </p:spPr>
      </p:pic>
      <p:sp>
        <p:nvSpPr>
          <p:cNvPr id="210" name="Google Shape;210;p8"/>
          <p:cNvSpPr/>
          <p:nvPr/>
        </p:nvSpPr>
        <p:spPr>
          <a:xfrm>
            <a:off x="1068001" y="390792"/>
            <a:ext cx="7657866" cy="76944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4400">
                <a:solidFill>
                  <a:srgbClr val="3F3F3F"/>
                </a:solidFill>
                <a:latin typeface="Bebas Neue"/>
                <a:ea typeface="Bebas Neue"/>
                <a:cs typeface="Bebas Neue"/>
                <a:sym typeface="Bebas Neue"/>
              </a:rPr>
              <a:t>Overlay of  Lane Lines on Original Image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9"/>
          <p:cNvSpPr txBox="1"/>
          <p:nvPr>
            <p:ph type="title"/>
          </p:nvPr>
        </p:nvSpPr>
        <p:spPr>
          <a:xfrm>
            <a:off x="665820" y="599307"/>
            <a:ext cx="3100274" cy="528400"/>
          </a:xfrm>
          <a:prstGeom prst="rect">
            <a:avLst/>
          </a:prstGeom>
          <a:noFill/>
          <a:ln>
            <a:noFill/>
          </a:ln>
        </p:spPr>
        <p:txBody>
          <a:bodyPr anchorCtr="0" anchor="b" bIns="0" lIns="0" spcFirstLastPara="1" rIns="0" wrap="square" tIns="0">
            <a:noAutofit/>
          </a:bodyPr>
          <a:lstStyle/>
          <a:p>
            <a:pPr indent="0" lvl="0" marL="0" rtl="0" algn="ctr">
              <a:spcBef>
                <a:spcPts val="0"/>
              </a:spcBef>
              <a:spcAft>
                <a:spcPts val="0"/>
              </a:spcAft>
              <a:buClr>
                <a:srgbClr val="3F3F3F"/>
              </a:buClr>
              <a:buSzPts val="3600"/>
              <a:buFont typeface="Bebas Neue"/>
              <a:buNone/>
            </a:pPr>
            <a:r>
              <a:rPr lang="en-US">
                <a:solidFill>
                  <a:srgbClr val="3F3F3F"/>
                </a:solidFill>
                <a:latin typeface="Bebas Neue"/>
                <a:ea typeface="Bebas Neue"/>
                <a:cs typeface="Bebas Neue"/>
                <a:sym typeface="Bebas Neue"/>
              </a:rPr>
              <a:t>Final Step</a:t>
            </a:r>
            <a:endParaRPr>
              <a:solidFill>
                <a:srgbClr val="3F3F3F"/>
              </a:solidFill>
              <a:latin typeface="Bebas Neue"/>
              <a:ea typeface="Bebas Neue"/>
              <a:cs typeface="Bebas Neue"/>
              <a:sym typeface="Bebas Neue"/>
            </a:endParaRPr>
          </a:p>
        </p:txBody>
      </p:sp>
      <p:sp>
        <p:nvSpPr>
          <p:cNvPr id="216" name="Google Shape;216;p9"/>
          <p:cNvSpPr txBox="1"/>
          <p:nvPr>
            <p:ph idx="12" type="sldNum"/>
          </p:nvPr>
        </p:nvSpPr>
        <p:spPr>
          <a:xfrm>
            <a:off x="11205845" y="6231535"/>
            <a:ext cx="731600" cy="5248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chemeClr val="dk1"/>
              </a:buClr>
              <a:buSzPts val="1800"/>
              <a:buFont typeface="Arial"/>
              <a:buNone/>
            </a:pPr>
            <a:fld id="{00000000-1234-1234-1234-123412341234}" type="slidenum">
              <a:rPr lang="en-US"/>
              <a:t>‹#›</a:t>
            </a:fld>
            <a:endParaRPr/>
          </a:p>
        </p:txBody>
      </p:sp>
      <p:pic>
        <p:nvPicPr>
          <p:cNvPr descr="radii-of-curvature-1" id="217" name="Google Shape;217;p9"/>
          <p:cNvPicPr preferRelativeResize="0"/>
          <p:nvPr/>
        </p:nvPicPr>
        <p:blipFill rotWithShape="1">
          <a:blip r:embed="rId3">
            <a:alphaModFix/>
          </a:blip>
          <a:srcRect b="0" l="0" r="0" t="0"/>
          <a:stretch/>
        </p:blipFill>
        <p:spPr>
          <a:xfrm>
            <a:off x="8661732" y="1237821"/>
            <a:ext cx="3622633" cy="2559995"/>
          </a:xfrm>
          <a:prstGeom prst="rect">
            <a:avLst/>
          </a:prstGeom>
          <a:noFill/>
          <a:ln>
            <a:noFill/>
          </a:ln>
        </p:spPr>
      </p:pic>
      <p:pic>
        <p:nvPicPr>
          <p:cNvPr descr="Image-with-Curvature-and-Offset_screenshot_03.01.2021" id="218" name="Google Shape;218;p9"/>
          <p:cNvPicPr preferRelativeResize="0"/>
          <p:nvPr/>
        </p:nvPicPr>
        <p:blipFill rotWithShape="1">
          <a:blip r:embed="rId4">
            <a:alphaModFix/>
          </a:blip>
          <a:srcRect b="0" l="0" r="0" t="0"/>
          <a:stretch/>
        </p:blipFill>
        <p:spPr>
          <a:xfrm>
            <a:off x="4588365" y="3830703"/>
            <a:ext cx="4171600" cy="2350003"/>
          </a:xfrm>
          <a:prstGeom prst="rect">
            <a:avLst/>
          </a:prstGeom>
          <a:noFill/>
          <a:ln>
            <a:noFill/>
          </a:ln>
        </p:spPr>
      </p:pic>
      <p:sp>
        <p:nvSpPr>
          <p:cNvPr id="219" name="Google Shape;219;p9"/>
          <p:cNvSpPr txBox="1"/>
          <p:nvPr/>
        </p:nvSpPr>
        <p:spPr>
          <a:xfrm>
            <a:off x="2166366" y="4750260"/>
            <a:ext cx="1978427"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200">
                <a:solidFill>
                  <a:srgbClr val="3F3F3F"/>
                </a:solidFill>
                <a:latin typeface="Bebas Neue"/>
                <a:ea typeface="Bebas Neue"/>
                <a:cs typeface="Bebas Neue"/>
                <a:sym typeface="Bebas Neue"/>
              </a:rPr>
              <a:t>Final Output:</a:t>
            </a:r>
            <a:endParaRPr/>
          </a:p>
        </p:txBody>
      </p:sp>
      <p:sp>
        <p:nvSpPr>
          <p:cNvPr id="220" name="Google Shape;220;p9"/>
          <p:cNvSpPr txBox="1"/>
          <p:nvPr>
            <p:ph idx="2" type="body"/>
          </p:nvPr>
        </p:nvSpPr>
        <p:spPr>
          <a:xfrm>
            <a:off x="1468582" y="1505527"/>
            <a:ext cx="7100786" cy="2011801"/>
          </a:xfrm>
          <a:prstGeom prst="rect">
            <a:avLst/>
          </a:prstGeom>
          <a:noFill/>
          <a:ln>
            <a:noFill/>
          </a:ln>
        </p:spPr>
        <p:txBody>
          <a:bodyPr anchorCtr="0" anchor="t" bIns="0" lIns="0" spcFirstLastPara="1" rIns="0" wrap="square" tIns="0">
            <a:noAutofit/>
          </a:bodyPr>
          <a:lstStyle/>
          <a:p>
            <a:pPr indent="-474120" lvl="0" marL="609585" rtl="0" algn="l">
              <a:spcBef>
                <a:spcPts val="0"/>
              </a:spcBef>
              <a:spcAft>
                <a:spcPts val="0"/>
              </a:spcAft>
              <a:buClr>
                <a:srgbClr val="265F65"/>
              </a:buClr>
              <a:buSzPts val="2000"/>
              <a:buFont typeface="Arial"/>
              <a:buChar char="▸"/>
            </a:pPr>
            <a:r>
              <a:rPr lang="en-US" sz="2400"/>
              <a:t>We calculated the curvature of the lane line. </a:t>
            </a:r>
            <a:endParaRPr/>
          </a:p>
          <a:p>
            <a:pPr indent="0" lvl="0" marL="135463" rtl="0" algn="l">
              <a:spcBef>
                <a:spcPts val="0"/>
              </a:spcBef>
              <a:spcAft>
                <a:spcPts val="0"/>
              </a:spcAft>
              <a:buClr>
                <a:srgbClr val="265F65"/>
              </a:buClr>
              <a:buSzPts val="2000"/>
              <a:buFont typeface="Arial"/>
              <a:buNone/>
            </a:pPr>
            <a:r>
              <a:t/>
            </a:r>
            <a:endParaRPr sz="2400"/>
          </a:p>
          <a:p>
            <a:pPr indent="-474120" lvl="0" marL="609585" rtl="0" algn="l">
              <a:spcBef>
                <a:spcPts val="0"/>
              </a:spcBef>
              <a:spcAft>
                <a:spcPts val="0"/>
              </a:spcAft>
              <a:buClr>
                <a:schemeClr val="dk1"/>
              </a:buClr>
              <a:buSzPts val="2000"/>
              <a:buFont typeface="Arial"/>
              <a:buChar char="▸"/>
            </a:pPr>
            <a:r>
              <a:rPr lang="en-US" sz="2400"/>
              <a:t>Then we calculated how far the center of the car is from the middle of the lane (i.e. the “center offset).</a:t>
            </a:r>
            <a:endParaRPr sz="2400"/>
          </a:p>
        </p:txBody>
      </p:sp>
      <p:grpSp>
        <p:nvGrpSpPr>
          <p:cNvPr id="221" name="Google Shape;221;p9"/>
          <p:cNvGrpSpPr/>
          <p:nvPr/>
        </p:nvGrpSpPr>
        <p:grpSpPr>
          <a:xfrm>
            <a:off x="234833" y="471739"/>
            <a:ext cx="679039" cy="564901"/>
            <a:chOff x="1926350" y="995225"/>
            <a:chExt cx="428650" cy="356600"/>
          </a:xfrm>
        </p:grpSpPr>
        <p:sp>
          <p:nvSpPr>
            <p:cNvPr id="222" name="Google Shape;222;p9"/>
            <p:cNvSpPr/>
            <p:nvPr/>
          </p:nvSpPr>
          <p:spPr>
            <a:xfrm>
              <a:off x="1926350" y="1298075"/>
              <a:ext cx="208225" cy="53750"/>
            </a:xfrm>
            <a:custGeom>
              <a:rect b="b" l="l" r="r" t="t"/>
              <a:pathLst>
                <a:path extrusionOk="0" h="2150" w="8329">
                  <a:moveTo>
                    <a:pt x="0" y="0"/>
                  </a:moveTo>
                  <a:lnTo>
                    <a:pt x="0" y="489"/>
                  </a:lnTo>
                  <a:lnTo>
                    <a:pt x="25" y="635"/>
                  </a:lnTo>
                  <a:lnTo>
                    <a:pt x="74" y="758"/>
                  </a:lnTo>
                  <a:lnTo>
                    <a:pt x="147" y="855"/>
                  </a:lnTo>
                  <a:lnTo>
                    <a:pt x="245" y="953"/>
                  </a:lnTo>
                  <a:lnTo>
                    <a:pt x="391" y="1026"/>
                  </a:lnTo>
                  <a:lnTo>
                    <a:pt x="562" y="1051"/>
                  </a:lnTo>
                  <a:lnTo>
                    <a:pt x="733" y="1026"/>
                  </a:lnTo>
                  <a:lnTo>
                    <a:pt x="1295" y="855"/>
                  </a:lnTo>
                  <a:lnTo>
                    <a:pt x="1661" y="782"/>
                  </a:lnTo>
                  <a:lnTo>
                    <a:pt x="2076" y="684"/>
                  </a:lnTo>
                  <a:lnTo>
                    <a:pt x="2540" y="611"/>
                  </a:lnTo>
                  <a:lnTo>
                    <a:pt x="3029" y="562"/>
                  </a:lnTo>
                  <a:lnTo>
                    <a:pt x="3591" y="513"/>
                  </a:lnTo>
                  <a:lnTo>
                    <a:pt x="4177" y="489"/>
                  </a:lnTo>
                  <a:lnTo>
                    <a:pt x="4616" y="513"/>
                  </a:lnTo>
                  <a:lnTo>
                    <a:pt x="5032" y="538"/>
                  </a:lnTo>
                  <a:lnTo>
                    <a:pt x="5422" y="611"/>
                  </a:lnTo>
                  <a:lnTo>
                    <a:pt x="5789" y="684"/>
                  </a:lnTo>
                  <a:lnTo>
                    <a:pt x="6131" y="782"/>
                  </a:lnTo>
                  <a:lnTo>
                    <a:pt x="6448" y="880"/>
                  </a:lnTo>
                  <a:lnTo>
                    <a:pt x="6717" y="1002"/>
                  </a:lnTo>
                  <a:lnTo>
                    <a:pt x="6985" y="1124"/>
                  </a:lnTo>
                  <a:lnTo>
                    <a:pt x="7205" y="1246"/>
                  </a:lnTo>
                  <a:lnTo>
                    <a:pt x="7425" y="1393"/>
                  </a:lnTo>
                  <a:lnTo>
                    <a:pt x="7791" y="1661"/>
                  </a:lnTo>
                  <a:lnTo>
                    <a:pt x="8084" y="1930"/>
                  </a:lnTo>
                  <a:lnTo>
                    <a:pt x="8329" y="2150"/>
                  </a:lnTo>
                  <a:lnTo>
                    <a:pt x="8329" y="1661"/>
                  </a:lnTo>
                  <a:lnTo>
                    <a:pt x="8084" y="1441"/>
                  </a:lnTo>
                  <a:lnTo>
                    <a:pt x="7791" y="1173"/>
                  </a:lnTo>
                  <a:lnTo>
                    <a:pt x="7425" y="904"/>
                  </a:lnTo>
                  <a:lnTo>
                    <a:pt x="7205" y="758"/>
                  </a:lnTo>
                  <a:lnTo>
                    <a:pt x="6985" y="635"/>
                  </a:lnTo>
                  <a:lnTo>
                    <a:pt x="6717" y="513"/>
                  </a:lnTo>
                  <a:lnTo>
                    <a:pt x="6448" y="391"/>
                  </a:lnTo>
                  <a:lnTo>
                    <a:pt x="6131" y="294"/>
                  </a:lnTo>
                  <a:lnTo>
                    <a:pt x="5789" y="196"/>
                  </a:lnTo>
                  <a:lnTo>
                    <a:pt x="5422" y="123"/>
                  </a:lnTo>
                  <a:lnTo>
                    <a:pt x="5032" y="49"/>
                  </a:lnTo>
                  <a:lnTo>
                    <a:pt x="4616" y="25"/>
                  </a:lnTo>
                  <a:lnTo>
                    <a:pt x="4177" y="0"/>
                  </a:lnTo>
                  <a:lnTo>
                    <a:pt x="3591" y="25"/>
                  </a:lnTo>
                  <a:lnTo>
                    <a:pt x="3029" y="74"/>
                  </a:lnTo>
                  <a:lnTo>
                    <a:pt x="2540" y="123"/>
                  </a:lnTo>
                  <a:lnTo>
                    <a:pt x="2076" y="196"/>
                  </a:lnTo>
                  <a:lnTo>
                    <a:pt x="1661" y="294"/>
                  </a:lnTo>
                  <a:lnTo>
                    <a:pt x="1295" y="367"/>
                  </a:lnTo>
                  <a:lnTo>
                    <a:pt x="733" y="538"/>
                  </a:lnTo>
                  <a:lnTo>
                    <a:pt x="562" y="562"/>
                  </a:lnTo>
                  <a:lnTo>
                    <a:pt x="391" y="538"/>
                  </a:lnTo>
                  <a:lnTo>
                    <a:pt x="245" y="465"/>
                  </a:lnTo>
                  <a:lnTo>
                    <a:pt x="147" y="367"/>
                  </a:lnTo>
                  <a:lnTo>
                    <a:pt x="74" y="269"/>
                  </a:lnTo>
                  <a:lnTo>
                    <a:pt x="25" y="147"/>
                  </a:lnTo>
                  <a:lnTo>
                    <a:pt x="0" y="0"/>
                  </a:lnTo>
                  <a:close/>
                </a:path>
              </a:pathLst>
            </a:custGeom>
            <a:solidFill>
              <a:schemeClr val="lt1"/>
            </a:solidFill>
            <a:ln>
              <a:noFill/>
            </a:ln>
            <a:effectLst>
              <a:outerShdw blurRad="28575" rotWithShape="0" algn="bl" dir="2700000" dist="19050">
                <a:schemeClr val="dk1">
                  <a:alpha val="20000"/>
                </a:schemeClr>
              </a:outerShdw>
            </a:effectLst>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223" name="Google Shape;223;p9"/>
            <p:cNvSpPr/>
            <p:nvPr/>
          </p:nvSpPr>
          <p:spPr>
            <a:xfrm>
              <a:off x="2146775" y="1298075"/>
              <a:ext cx="208225" cy="53750"/>
            </a:xfrm>
            <a:custGeom>
              <a:rect b="b" l="l" r="r" t="t"/>
              <a:pathLst>
                <a:path extrusionOk="0" h="2150" w="8329">
                  <a:moveTo>
                    <a:pt x="4152" y="0"/>
                  </a:moveTo>
                  <a:lnTo>
                    <a:pt x="3712" y="25"/>
                  </a:lnTo>
                  <a:lnTo>
                    <a:pt x="3297" y="49"/>
                  </a:lnTo>
                  <a:lnTo>
                    <a:pt x="2907" y="123"/>
                  </a:lnTo>
                  <a:lnTo>
                    <a:pt x="2540" y="196"/>
                  </a:lnTo>
                  <a:lnTo>
                    <a:pt x="2198" y="294"/>
                  </a:lnTo>
                  <a:lnTo>
                    <a:pt x="1881" y="391"/>
                  </a:lnTo>
                  <a:lnTo>
                    <a:pt x="1612" y="513"/>
                  </a:lnTo>
                  <a:lnTo>
                    <a:pt x="1343" y="635"/>
                  </a:lnTo>
                  <a:lnTo>
                    <a:pt x="1124" y="758"/>
                  </a:lnTo>
                  <a:lnTo>
                    <a:pt x="904" y="904"/>
                  </a:lnTo>
                  <a:lnTo>
                    <a:pt x="537" y="1173"/>
                  </a:lnTo>
                  <a:lnTo>
                    <a:pt x="244" y="1441"/>
                  </a:lnTo>
                  <a:lnTo>
                    <a:pt x="0" y="1661"/>
                  </a:lnTo>
                  <a:lnTo>
                    <a:pt x="0" y="2150"/>
                  </a:lnTo>
                  <a:lnTo>
                    <a:pt x="244" y="1930"/>
                  </a:lnTo>
                  <a:lnTo>
                    <a:pt x="537" y="1661"/>
                  </a:lnTo>
                  <a:lnTo>
                    <a:pt x="904" y="1393"/>
                  </a:lnTo>
                  <a:lnTo>
                    <a:pt x="1124" y="1246"/>
                  </a:lnTo>
                  <a:lnTo>
                    <a:pt x="1343" y="1124"/>
                  </a:lnTo>
                  <a:lnTo>
                    <a:pt x="1612" y="1002"/>
                  </a:lnTo>
                  <a:lnTo>
                    <a:pt x="1881" y="880"/>
                  </a:lnTo>
                  <a:lnTo>
                    <a:pt x="2198" y="782"/>
                  </a:lnTo>
                  <a:lnTo>
                    <a:pt x="2540" y="684"/>
                  </a:lnTo>
                  <a:lnTo>
                    <a:pt x="2907" y="611"/>
                  </a:lnTo>
                  <a:lnTo>
                    <a:pt x="3297" y="538"/>
                  </a:lnTo>
                  <a:lnTo>
                    <a:pt x="3712" y="513"/>
                  </a:lnTo>
                  <a:lnTo>
                    <a:pt x="4152" y="489"/>
                  </a:lnTo>
                  <a:lnTo>
                    <a:pt x="4738" y="513"/>
                  </a:lnTo>
                  <a:lnTo>
                    <a:pt x="5300" y="562"/>
                  </a:lnTo>
                  <a:lnTo>
                    <a:pt x="5788" y="611"/>
                  </a:lnTo>
                  <a:lnTo>
                    <a:pt x="6252" y="684"/>
                  </a:lnTo>
                  <a:lnTo>
                    <a:pt x="6668" y="782"/>
                  </a:lnTo>
                  <a:lnTo>
                    <a:pt x="7034" y="855"/>
                  </a:lnTo>
                  <a:lnTo>
                    <a:pt x="7596" y="1026"/>
                  </a:lnTo>
                  <a:lnTo>
                    <a:pt x="7767" y="1051"/>
                  </a:lnTo>
                  <a:lnTo>
                    <a:pt x="7938" y="1026"/>
                  </a:lnTo>
                  <a:lnTo>
                    <a:pt x="8084" y="953"/>
                  </a:lnTo>
                  <a:lnTo>
                    <a:pt x="8182" y="855"/>
                  </a:lnTo>
                  <a:lnTo>
                    <a:pt x="8255" y="758"/>
                  </a:lnTo>
                  <a:lnTo>
                    <a:pt x="8304" y="635"/>
                  </a:lnTo>
                  <a:lnTo>
                    <a:pt x="8328" y="489"/>
                  </a:lnTo>
                  <a:lnTo>
                    <a:pt x="8328" y="0"/>
                  </a:lnTo>
                  <a:lnTo>
                    <a:pt x="8304" y="147"/>
                  </a:lnTo>
                  <a:lnTo>
                    <a:pt x="8255" y="269"/>
                  </a:lnTo>
                  <a:lnTo>
                    <a:pt x="8182" y="367"/>
                  </a:lnTo>
                  <a:lnTo>
                    <a:pt x="8084" y="465"/>
                  </a:lnTo>
                  <a:lnTo>
                    <a:pt x="7938" y="538"/>
                  </a:lnTo>
                  <a:lnTo>
                    <a:pt x="7767" y="562"/>
                  </a:lnTo>
                  <a:lnTo>
                    <a:pt x="7596" y="538"/>
                  </a:lnTo>
                  <a:lnTo>
                    <a:pt x="7034" y="367"/>
                  </a:lnTo>
                  <a:lnTo>
                    <a:pt x="6668" y="294"/>
                  </a:lnTo>
                  <a:lnTo>
                    <a:pt x="6252" y="196"/>
                  </a:lnTo>
                  <a:lnTo>
                    <a:pt x="5788" y="123"/>
                  </a:lnTo>
                  <a:lnTo>
                    <a:pt x="5300" y="74"/>
                  </a:lnTo>
                  <a:lnTo>
                    <a:pt x="4738" y="25"/>
                  </a:lnTo>
                  <a:lnTo>
                    <a:pt x="4152" y="0"/>
                  </a:lnTo>
                  <a:close/>
                </a:path>
              </a:pathLst>
            </a:custGeom>
            <a:solidFill>
              <a:schemeClr val="lt1"/>
            </a:solidFill>
            <a:ln>
              <a:noFill/>
            </a:ln>
            <a:effectLst>
              <a:outerShdw blurRad="28575" rotWithShape="0" algn="bl" dir="2700000" dist="19050">
                <a:schemeClr val="dk1">
                  <a:alpha val="20000"/>
                </a:schemeClr>
              </a:outerShdw>
            </a:effectLst>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224" name="Google Shape;224;p9"/>
            <p:cNvSpPr/>
            <p:nvPr/>
          </p:nvSpPr>
          <p:spPr>
            <a:xfrm>
              <a:off x="1926350" y="995225"/>
              <a:ext cx="208225" cy="332175"/>
            </a:xfrm>
            <a:custGeom>
              <a:rect b="b" l="l" r="r" t="t"/>
              <a:pathLst>
                <a:path extrusionOk="0" h="13287" w="8329">
                  <a:moveTo>
                    <a:pt x="4177" y="1"/>
                  </a:moveTo>
                  <a:lnTo>
                    <a:pt x="3591" y="25"/>
                  </a:lnTo>
                  <a:lnTo>
                    <a:pt x="3029" y="74"/>
                  </a:lnTo>
                  <a:lnTo>
                    <a:pt x="2467" y="196"/>
                  </a:lnTo>
                  <a:lnTo>
                    <a:pt x="1905" y="343"/>
                  </a:lnTo>
                  <a:lnTo>
                    <a:pt x="1393" y="538"/>
                  </a:lnTo>
                  <a:lnTo>
                    <a:pt x="929" y="758"/>
                  </a:lnTo>
                  <a:lnTo>
                    <a:pt x="513" y="978"/>
                  </a:lnTo>
                  <a:lnTo>
                    <a:pt x="342" y="1124"/>
                  </a:lnTo>
                  <a:lnTo>
                    <a:pt x="196" y="1246"/>
                  </a:lnTo>
                  <a:lnTo>
                    <a:pt x="123" y="1319"/>
                  </a:lnTo>
                  <a:lnTo>
                    <a:pt x="49" y="1442"/>
                  </a:lnTo>
                  <a:lnTo>
                    <a:pt x="25" y="1539"/>
                  </a:lnTo>
                  <a:lnTo>
                    <a:pt x="0" y="1661"/>
                  </a:lnTo>
                  <a:lnTo>
                    <a:pt x="0" y="11626"/>
                  </a:lnTo>
                  <a:lnTo>
                    <a:pt x="25" y="11773"/>
                  </a:lnTo>
                  <a:lnTo>
                    <a:pt x="74" y="11895"/>
                  </a:lnTo>
                  <a:lnTo>
                    <a:pt x="147" y="11992"/>
                  </a:lnTo>
                  <a:lnTo>
                    <a:pt x="245" y="12090"/>
                  </a:lnTo>
                  <a:lnTo>
                    <a:pt x="391" y="12163"/>
                  </a:lnTo>
                  <a:lnTo>
                    <a:pt x="562" y="12188"/>
                  </a:lnTo>
                  <a:lnTo>
                    <a:pt x="733" y="12163"/>
                  </a:lnTo>
                  <a:lnTo>
                    <a:pt x="1295" y="11992"/>
                  </a:lnTo>
                  <a:lnTo>
                    <a:pt x="1661" y="11919"/>
                  </a:lnTo>
                  <a:lnTo>
                    <a:pt x="2076" y="11821"/>
                  </a:lnTo>
                  <a:lnTo>
                    <a:pt x="2540" y="11748"/>
                  </a:lnTo>
                  <a:lnTo>
                    <a:pt x="3029" y="11699"/>
                  </a:lnTo>
                  <a:lnTo>
                    <a:pt x="3591" y="11650"/>
                  </a:lnTo>
                  <a:lnTo>
                    <a:pt x="4177" y="11626"/>
                  </a:lnTo>
                  <a:lnTo>
                    <a:pt x="4616" y="11650"/>
                  </a:lnTo>
                  <a:lnTo>
                    <a:pt x="5032" y="11675"/>
                  </a:lnTo>
                  <a:lnTo>
                    <a:pt x="5422" y="11748"/>
                  </a:lnTo>
                  <a:lnTo>
                    <a:pt x="5789" y="11821"/>
                  </a:lnTo>
                  <a:lnTo>
                    <a:pt x="6131" y="11919"/>
                  </a:lnTo>
                  <a:lnTo>
                    <a:pt x="6448" y="12017"/>
                  </a:lnTo>
                  <a:lnTo>
                    <a:pt x="6717" y="12139"/>
                  </a:lnTo>
                  <a:lnTo>
                    <a:pt x="6985" y="12261"/>
                  </a:lnTo>
                  <a:lnTo>
                    <a:pt x="7205" y="12383"/>
                  </a:lnTo>
                  <a:lnTo>
                    <a:pt x="7425" y="12530"/>
                  </a:lnTo>
                  <a:lnTo>
                    <a:pt x="7791" y="12798"/>
                  </a:lnTo>
                  <a:lnTo>
                    <a:pt x="8084" y="13067"/>
                  </a:lnTo>
                  <a:lnTo>
                    <a:pt x="8329" y="13287"/>
                  </a:lnTo>
                  <a:lnTo>
                    <a:pt x="8329" y="2199"/>
                  </a:lnTo>
                  <a:lnTo>
                    <a:pt x="8329" y="2101"/>
                  </a:lnTo>
                  <a:lnTo>
                    <a:pt x="8280" y="1979"/>
                  </a:lnTo>
                  <a:lnTo>
                    <a:pt x="8231" y="1881"/>
                  </a:lnTo>
                  <a:lnTo>
                    <a:pt x="8158" y="1808"/>
                  </a:lnTo>
                  <a:lnTo>
                    <a:pt x="8036" y="1686"/>
                  </a:lnTo>
                  <a:lnTo>
                    <a:pt x="7767" y="1442"/>
                  </a:lnTo>
                  <a:lnTo>
                    <a:pt x="7449" y="1173"/>
                  </a:lnTo>
                  <a:lnTo>
                    <a:pt x="7083" y="904"/>
                  </a:lnTo>
                  <a:lnTo>
                    <a:pt x="6644" y="611"/>
                  </a:lnTo>
                  <a:lnTo>
                    <a:pt x="6375" y="489"/>
                  </a:lnTo>
                  <a:lnTo>
                    <a:pt x="6131" y="367"/>
                  </a:lnTo>
                  <a:lnTo>
                    <a:pt x="5838" y="269"/>
                  </a:lnTo>
                  <a:lnTo>
                    <a:pt x="5544" y="172"/>
                  </a:lnTo>
                  <a:lnTo>
                    <a:pt x="5227" y="98"/>
                  </a:lnTo>
                  <a:lnTo>
                    <a:pt x="4885" y="49"/>
                  </a:lnTo>
                  <a:lnTo>
                    <a:pt x="4543" y="1"/>
                  </a:lnTo>
                  <a:close/>
                </a:path>
              </a:pathLst>
            </a:custGeom>
            <a:solidFill>
              <a:schemeClr val="lt1"/>
            </a:solidFill>
            <a:ln>
              <a:noFill/>
            </a:ln>
            <a:effectLst>
              <a:outerShdw blurRad="28575" rotWithShape="0" algn="bl" dir="2700000" dist="19050">
                <a:schemeClr val="dk1">
                  <a:alpha val="20000"/>
                </a:schemeClr>
              </a:outerShdw>
            </a:effectLst>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225" name="Google Shape;225;p9"/>
            <p:cNvSpPr/>
            <p:nvPr/>
          </p:nvSpPr>
          <p:spPr>
            <a:xfrm>
              <a:off x="2146775" y="995225"/>
              <a:ext cx="208225" cy="332175"/>
            </a:xfrm>
            <a:custGeom>
              <a:rect b="b" l="l" r="r" t="t"/>
              <a:pathLst>
                <a:path extrusionOk="0" h="13287" w="8329">
                  <a:moveTo>
                    <a:pt x="3786" y="1"/>
                  </a:moveTo>
                  <a:lnTo>
                    <a:pt x="3444" y="49"/>
                  </a:lnTo>
                  <a:lnTo>
                    <a:pt x="3102" y="98"/>
                  </a:lnTo>
                  <a:lnTo>
                    <a:pt x="2784" y="172"/>
                  </a:lnTo>
                  <a:lnTo>
                    <a:pt x="2491" y="269"/>
                  </a:lnTo>
                  <a:lnTo>
                    <a:pt x="2198" y="367"/>
                  </a:lnTo>
                  <a:lnTo>
                    <a:pt x="1954" y="489"/>
                  </a:lnTo>
                  <a:lnTo>
                    <a:pt x="1685" y="611"/>
                  </a:lnTo>
                  <a:lnTo>
                    <a:pt x="1246" y="904"/>
                  </a:lnTo>
                  <a:lnTo>
                    <a:pt x="879" y="1173"/>
                  </a:lnTo>
                  <a:lnTo>
                    <a:pt x="562" y="1442"/>
                  </a:lnTo>
                  <a:lnTo>
                    <a:pt x="293" y="1686"/>
                  </a:lnTo>
                  <a:lnTo>
                    <a:pt x="171" y="1808"/>
                  </a:lnTo>
                  <a:lnTo>
                    <a:pt x="98" y="1881"/>
                  </a:lnTo>
                  <a:lnTo>
                    <a:pt x="49" y="1979"/>
                  </a:lnTo>
                  <a:lnTo>
                    <a:pt x="0" y="2101"/>
                  </a:lnTo>
                  <a:lnTo>
                    <a:pt x="0" y="2199"/>
                  </a:lnTo>
                  <a:lnTo>
                    <a:pt x="0" y="13287"/>
                  </a:lnTo>
                  <a:lnTo>
                    <a:pt x="244" y="13067"/>
                  </a:lnTo>
                  <a:lnTo>
                    <a:pt x="537" y="12798"/>
                  </a:lnTo>
                  <a:lnTo>
                    <a:pt x="904" y="12530"/>
                  </a:lnTo>
                  <a:lnTo>
                    <a:pt x="1124" y="12383"/>
                  </a:lnTo>
                  <a:lnTo>
                    <a:pt x="1343" y="12261"/>
                  </a:lnTo>
                  <a:lnTo>
                    <a:pt x="1612" y="12139"/>
                  </a:lnTo>
                  <a:lnTo>
                    <a:pt x="1881" y="12017"/>
                  </a:lnTo>
                  <a:lnTo>
                    <a:pt x="2198" y="11919"/>
                  </a:lnTo>
                  <a:lnTo>
                    <a:pt x="2540" y="11821"/>
                  </a:lnTo>
                  <a:lnTo>
                    <a:pt x="2907" y="11748"/>
                  </a:lnTo>
                  <a:lnTo>
                    <a:pt x="3297" y="11675"/>
                  </a:lnTo>
                  <a:lnTo>
                    <a:pt x="3712" y="11650"/>
                  </a:lnTo>
                  <a:lnTo>
                    <a:pt x="4152" y="11626"/>
                  </a:lnTo>
                  <a:lnTo>
                    <a:pt x="4738" y="11650"/>
                  </a:lnTo>
                  <a:lnTo>
                    <a:pt x="5300" y="11699"/>
                  </a:lnTo>
                  <a:lnTo>
                    <a:pt x="5788" y="11748"/>
                  </a:lnTo>
                  <a:lnTo>
                    <a:pt x="6252" y="11821"/>
                  </a:lnTo>
                  <a:lnTo>
                    <a:pt x="6668" y="11919"/>
                  </a:lnTo>
                  <a:lnTo>
                    <a:pt x="7034" y="11992"/>
                  </a:lnTo>
                  <a:lnTo>
                    <a:pt x="7596" y="12163"/>
                  </a:lnTo>
                  <a:lnTo>
                    <a:pt x="7767" y="12188"/>
                  </a:lnTo>
                  <a:lnTo>
                    <a:pt x="7938" y="12163"/>
                  </a:lnTo>
                  <a:lnTo>
                    <a:pt x="8084" y="12090"/>
                  </a:lnTo>
                  <a:lnTo>
                    <a:pt x="8182" y="11992"/>
                  </a:lnTo>
                  <a:lnTo>
                    <a:pt x="8255" y="11895"/>
                  </a:lnTo>
                  <a:lnTo>
                    <a:pt x="8304" y="11773"/>
                  </a:lnTo>
                  <a:lnTo>
                    <a:pt x="8328" y="11626"/>
                  </a:lnTo>
                  <a:lnTo>
                    <a:pt x="8328" y="1661"/>
                  </a:lnTo>
                  <a:lnTo>
                    <a:pt x="8304" y="1539"/>
                  </a:lnTo>
                  <a:lnTo>
                    <a:pt x="8280" y="1442"/>
                  </a:lnTo>
                  <a:lnTo>
                    <a:pt x="8206" y="1319"/>
                  </a:lnTo>
                  <a:lnTo>
                    <a:pt x="8133" y="1246"/>
                  </a:lnTo>
                  <a:lnTo>
                    <a:pt x="7987" y="1124"/>
                  </a:lnTo>
                  <a:lnTo>
                    <a:pt x="7816" y="978"/>
                  </a:lnTo>
                  <a:lnTo>
                    <a:pt x="7400" y="758"/>
                  </a:lnTo>
                  <a:lnTo>
                    <a:pt x="6936" y="538"/>
                  </a:lnTo>
                  <a:lnTo>
                    <a:pt x="6423" y="343"/>
                  </a:lnTo>
                  <a:lnTo>
                    <a:pt x="5862" y="196"/>
                  </a:lnTo>
                  <a:lnTo>
                    <a:pt x="5300" y="74"/>
                  </a:lnTo>
                  <a:lnTo>
                    <a:pt x="4738" y="25"/>
                  </a:lnTo>
                  <a:lnTo>
                    <a:pt x="4152" y="1"/>
                  </a:lnTo>
                  <a:close/>
                </a:path>
              </a:pathLst>
            </a:custGeom>
            <a:solidFill>
              <a:schemeClr val="lt1"/>
            </a:solidFill>
            <a:ln>
              <a:noFill/>
            </a:ln>
            <a:effectLst>
              <a:outerShdw blurRad="28575" rotWithShape="0" algn="bl" dir="2700000" dist="19050">
                <a:schemeClr val="dk1">
                  <a:alpha val="20000"/>
                </a:schemeClr>
              </a:outerShdw>
            </a:effectLst>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10"/>
          <p:cNvSpPr txBox="1"/>
          <p:nvPr>
            <p:ph type="title"/>
          </p:nvPr>
        </p:nvSpPr>
        <p:spPr>
          <a:xfrm>
            <a:off x="968772" y="563748"/>
            <a:ext cx="3753745" cy="528400"/>
          </a:xfrm>
          <a:prstGeom prst="rect">
            <a:avLst/>
          </a:prstGeom>
          <a:noFill/>
          <a:ln>
            <a:noFill/>
          </a:ln>
        </p:spPr>
        <p:txBody>
          <a:bodyPr anchorCtr="0" anchor="b" bIns="0" lIns="0" spcFirstLastPara="1" rIns="0" wrap="square" tIns="0">
            <a:noAutofit/>
          </a:bodyPr>
          <a:lstStyle/>
          <a:p>
            <a:pPr indent="0" lvl="0" marL="0" rtl="0" algn="ctr">
              <a:spcBef>
                <a:spcPts val="0"/>
              </a:spcBef>
              <a:spcAft>
                <a:spcPts val="0"/>
              </a:spcAft>
              <a:buClr>
                <a:srgbClr val="3F3F3F"/>
              </a:buClr>
              <a:buSzPts val="3600"/>
              <a:buFont typeface="Bebas Neue"/>
              <a:buNone/>
            </a:pPr>
            <a:r>
              <a:rPr lang="en-US">
                <a:solidFill>
                  <a:srgbClr val="3F3F3F"/>
                </a:solidFill>
                <a:latin typeface="Bebas Neue"/>
                <a:ea typeface="Bebas Neue"/>
                <a:cs typeface="Bebas Neue"/>
                <a:sym typeface="Bebas Neue"/>
              </a:rPr>
              <a:t>edge_detection.py </a:t>
            </a:r>
            <a:endParaRPr>
              <a:solidFill>
                <a:srgbClr val="3F3F3F"/>
              </a:solidFill>
              <a:latin typeface="Bebas Neue"/>
              <a:ea typeface="Bebas Neue"/>
              <a:cs typeface="Bebas Neue"/>
              <a:sym typeface="Bebas Neue"/>
            </a:endParaRPr>
          </a:p>
        </p:txBody>
      </p:sp>
      <p:sp>
        <p:nvSpPr>
          <p:cNvPr id="231" name="Google Shape;231;p10"/>
          <p:cNvSpPr txBox="1"/>
          <p:nvPr>
            <p:ph idx="12" type="sldNum"/>
          </p:nvPr>
        </p:nvSpPr>
        <p:spPr>
          <a:xfrm>
            <a:off x="11205845" y="6231535"/>
            <a:ext cx="731600" cy="5248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chemeClr val="dk1"/>
              </a:buClr>
              <a:buSzPts val="1800"/>
              <a:buFont typeface="Arial"/>
              <a:buNone/>
            </a:pPr>
            <a:fld id="{00000000-1234-1234-1234-123412341234}" type="slidenum">
              <a:rPr lang="en-US"/>
              <a:t>‹#›</a:t>
            </a:fld>
            <a:endParaRPr/>
          </a:p>
        </p:txBody>
      </p:sp>
      <p:grpSp>
        <p:nvGrpSpPr>
          <p:cNvPr id="232" name="Google Shape;232;p10"/>
          <p:cNvGrpSpPr/>
          <p:nvPr/>
        </p:nvGrpSpPr>
        <p:grpSpPr>
          <a:xfrm>
            <a:off x="111540" y="453891"/>
            <a:ext cx="679039" cy="564901"/>
            <a:chOff x="1926350" y="995225"/>
            <a:chExt cx="428650" cy="356600"/>
          </a:xfrm>
        </p:grpSpPr>
        <p:sp>
          <p:nvSpPr>
            <p:cNvPr id="233" name="Google Shape;233;p10"/>
            <p:cNvSpPr/>
            <p:nvPr/>
          </p:nvSpPr>
          <p:spPr>
            <a:xfrm>
              <a:off x="1926350" y="1298075"/>
              <a:ext cx="208225" cy="53750"/>
            </a:xfrm>
            <a:custGeom>
              <a:rect b="b" l="l" r="r" t="t"/>
              <a:pathLst>
                <a:path extrusionOk="0" h="2150" w="8329">
                  <a:moveTo>
                    <a:pt x="0" y="0"/>
                  </a:moveTo>
                  <a:lnTo>
                    <a:pt x="0" y="489"/>
                  </a:lnTo>
                  <a:lnTo>
                    <a:pt x="25" y="635"/>
                  </a:lnTo>
                  <a:lnTo>
                    <a:pt x="74" y="758"/>
                  </a:lnTo>
                  <a:lnTo>
                    <a:pt x="147" y="855"/>
                  </a:lnTo>
                  <a:lnTo>
                    <a:pt x="245" y="953"/>
                  </a:lnTo>
                  <a:lnTo>
                    <a:pt x="391" y="1026"/>
                  </a:lnTo>
                  <a:lnTo>
                    <a:pt x="562" y="1051"/>
                  </a:lnTo>
                  <a:lnTo>
                    <a:pt x="733" y="1026"/>
                  </a:lnTo>
                  <a:lnTo>
                    <a:pt x="1295" y="855"/>
                  </a:lnTo>
                  <a:lnTo>
                    <a:pt x="1661" y="782"/>
                  </a:lnTo>
                  <a:lnTo>
                    <a:pt x="2076" y="684"/>
                  </a:lnTo>
                  <a:lnTo>
                    <a:pt x="2540" y="611"/>
                  </a:lnTo>
                  <a:lnTo>
                    <a:pt x="3029" y="562"/>
                  </a:lnTo>
                  <a:lnTo>
                    <a:pt x="3591" y="513"/>
                  </a:lnTo>
                  <a:lnTo>
                    <a:pt x="4177" y="489"/>
                  </a:lnTo>
                  <a:lnTo>
                    <a:pt x="4616" y="513"/>
                  </a:lnTo>
                  <a:lnTo>
                    <a:pt x="5032" y="538"/>
                  </a:lnTo>
                  <a:lnTo>
                    <a:pt x="5422" y="611"/>
                  </a:lnTo>
                  <a:lnTo>
                    <a:pt x="5789" y="684"/>
                  </a:lnTo>
                  <a:lnTo>
                    <a:pt x="6131" y="782"/>
                  </a:lnTo>
                  <a:lnTo>
                    <a:pt x="6448" y="880"/>
                  </a:lnTo>
                  <a:lnTo>
                    <a:pt x="6717" y="1002"/>
                  </a:lnTo>
                  <a:lnTo>
                    <a:pt x="6985" y="1124"/>
                  </a:lnTo>
                  <a:lnTo>
                    <a:pt x="7205" y="1246"/>
                  </a:lnTo>
                  <a:lnTo>
                    <a:pt x="7425" y="1393"/>
                  </a:lnTo>
                  <a:lnTo>
                    <a:pt x="7791" y="1661"/>
                  </a:lnTo>
                  <a:lnTo>
                    <a:pt x="8084" y="1930"/>
                  </a:lnTo>
                  <a:lnTo>
                    <a:pt x="8329" y="2150"/>
                  </a:lnTo>
                  <a:lnTo>
                    <a:pt x="8329" y="1661"/>
                  </a:lnTo>
                  <a:lnTo>
                    <a:pt x="8084" y="1441"/>
                  </a:lnTo>
                  <a:lnTo>
                    <a:pt x="7791" y="1173"/>
                  </a:lnTo>
                  <a:lnTo>
                    <a:pt x="7425" y="904"/>
                  </a:lnTo>
                  <a:lnTo>
                    <a:pt x="7205" y="758"/>
                  </a:lnTo>
                  <a:lnTo>
                    <a:pt x="6985" y="635"/>
                  </a:lnTo>
                  <a:lnTo>
                    <a:pt x="6717" y="513"/>
                  </a:lnTo>
                  <a:lnTo>
                    <a:pt x="6448" y="391"/>
                  </a:lnTo>
                  <a:lnTo>
                    <a:pt x="6131" y="294"/>
                  </a:lnTo>
                  <a:lnTo>
                    <a:pt x="5789" y="196"/>
                  </a:lnTo>
                  <a:lnTo>
                    <a:pt x="5422" y="123"/>
                  </a:lnTo>
                  <a:lnTo>
                    <a:pt x="5032" y="49"/>
                  </a:lnTo>
                  <a:lnTo>
                    <a:pt x="4616" y="25"/>
                  </a:lnTo>
                  <a:lnTo>
                    <a:pt x="4177" y="0"/>
                  </a:lnTo>
                  <a:lnTo>
                    <a:pt x="3591" y="25"/>
                  </a:lnTo>
                  <a:lnTo>
                    <a:pt x="3029" y="74"/>
                  </a:lnTo>
                  <a:lnTo>
                    <a:pt x="2540" y="123"/>
                  </a:lnTo>
                  <a:lnTo>
                    <a:pt x="2076" y="196"/>
                  </a:lnTo>
                  <a:lnTo>
                    <a:pt x="1661" y="294"/>
                  </a:lnTo>
                  <a:lnTo>
                    <a:pt x="1295" y="367"/>
                  </a:lnTo>
                  <a:lnTo>
                    <a:pt x="733" y="538"/>
                  </a:lnTo>
                  <a:lnTo>
                    <a:pt x="562" y="562"/>
                  </a:lnTo>
                  <a:lnTo>
                    <a:pt x="391" y="538"/>
                  </a:lnTo>
                  <a:lnTo>
                    <a:pt x="245" y="465"/>
                  </a:lnTo>
                  <a:lnTo>
                    <a:pt x="147" y="367"/>
                  </a:lnTo>
                  <a:lnTo>
                    <a:pt x="74" y="269"/>
                  </a:lnTo>
                  <a:lnTo>
                    <a:pt x="25" y="147"/>
                  </a:lnTo>
                  <a:lnTo>
                    <a:pt x="0" y="0"/>
                  </a:lnTo>
                  <a:close/>
                </a:path>
              </a:pathLst>
            </a:custGeom>
            <a:solidFill>
              <a:schemeClr val="lt1"/>
            </a:solidFill>
            <a:ln>
              <a:noFill/>
            </a:ln>
            <a:effectLst>
              <a:outerShdw blurRad="28575" rotWithShape="0" algn="bl" dir="2700000" dist="19050">
                <a:schemeClr val="dk1">
                  <a:alpha val="20000"/>
                </a:schemeClr>
              </a:outerShdw>
            </a:effectLst>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234" name="Google Shape;234;p10"/>
            <p:cNvSpPr/>
            <p:nvPr/>
          </p:nvSpPr>
          <p:spPr>
            <a:xfrm>
              <a:off x="2146775" y="1298075"/>
              <a:ext cx="208225" cy="53750"/>
            </a:xfrm>
            <a:custGeom>
              <a:rect b="b" l="l" r="r" t="t"/>
              <a:pathLst>
                <a:path extrusionOk="0" h="2150" w="8329">
                  <a:moveTo>
                    <a:pt x="4152" y="0"/>
                  </a:moveTo>
                  <a:lnTo>
                    <a:pt x="3712" y="25"/>
                  </a:lnTo>
                  <a:lnTo>
                    <a:pt x="3297" y="49"/>
                  </a:lnTo>
                  <a:lnTo>
                    <a:pt x="2907" y="123"/>
                  </a:lnTo>
                  <a:lnTo>
                    <a:pt x="2540" y="196"/>
                  </a:lnTo>
                  <a:lnTo>
                    <a:pt x="2198" y="294"/>
                  </a:lnTo>
                  <a:lnTo>
                    <a:pt x="1881" y="391"/>
                  </a:lnTo>
                  <a:lnTo>
                    <a:pt x="1612" y="513"/>
                  </a:lnTo>
                  <a:lnTo>
                    <a:pt x="1343" y="635"/>
                  </a:lnTo>
                  <a:lnTo>
                    <a:pt x="1124" y="758"/>
                  </a:lnTo>
                  <a:lnTo>
                    <a:pt x="904" y="904"/>
                  </a:lnTo>
                  <a:lnTo>
                    <a:pt x="537" y="1173"/>
                  </a:lnTo>
                  <a:lnTo>
                    <a:pt x="244" y="1441"/>
                  </a:lnTo>
                  <a:lnTo>
                    <a:pt x="0" y="1661"/>
                  </a:lnTo>
                  <a:lnTo>
                    <a:pt x="0" y="2150"/>
                  </a:lnTo>
                  <a:lnTo>
                    <a:pt x="244" y="1930"/>
                  </a:lnTo>
                  <a:lnTo>
                    <a:pt x="537" y="1661"/>
                  </a:lnTo>
                  <a:lnTo>
                    <a:pt x="904" y="1393"/>
                  </a:lnTo>
                  <a:lnTo>
                    <a:pt x="1124" y="1246"/>
                  </a:lnTo>
                  <a:lnTo>
                    <a:pt x="1343" y="1124"/>
                  </a:lnTo>
                  <a:lnTo>
                    <a:pt x="1612" y="1002"/>
                  </a:lnTo>
                  <a:lnTo>
                    <a:pt x="1881" y="880"/>
                  </a:lnTo>
                  <a:lnTo>
                    <a:pt x="2198" y="782"/>
                  </a:lnTo>
                  <a:lnTo>
                    <a:pt x="2540" y="684"/>
                  </a:lnTo>
                  <a:lnTo>
                    <a:pt x="2907" y="611"/>
                  </a:lnTo>
                  <a:lnTo>
                    <a:pt x="3297" y="538"/>
                  </a:lnTo>
                  <a:lnTo>
                    <a:pt x="3712" y="513"/>
                  </a:lnTo>
                  <a:lnTo>
                    <a:pt x="4152" y="489"/>
                  </a:lnTo>
                  <a:lnTo>
                    <a:pt x="4738" y="513"/>
                  </a:lnTo>
                  <a:lnTo>
                    <a:pt x="5300" y="562"/>
                  </a:lnTo>
                  <a:lnTo>
                    <a:pt x="5788" y="611"/>
                  </a:lnTo>
                  <a:lnTo>
                    <a:pt x="6252" y="684"/>
                  </a:lnTo>
                  <a:lnTo>
                    <a:pt x="6668" y="782"/>
                  </a:lnTo>
                  <a:lnTo>
                    <a:pt x="7034" y="855"/>
                  </a:lnTo>
                  <a:lnTo>
                    <a:pt x="7596" y="1026"/>
                  </a:lnTo>
                  <a:lnTo>
                    <a:pt x="7767" y="1051"/>
                  </a:lnTo>
                  <a:lnTo>
                    <a:pt x="7938" y="1026"/>
                  </a:lnTo>
                  <a:lnTo>
                    <a:pt x="8084" y="953"/>
                  </a:lnTo>
                  <a:lnTo>
                    <a:pt x="8182" y="855"/>
                  </a:lnTo>
                  <a:lnTo>
                    <a:pt x="8255" y="758"/>
                  </a:lnTo>
                  <a:lnTo>
                    <a:pt x="8304" y="635"/>
                  </a:lnTo>
                  <a:lnTo>
                    <a:pt x="8328" y="489"/>
                  </a:lnTo>
                  <a:lnTo>
                    <a:pt x="8328" y="0"/>
                  </a:lnTo>
                  <a:lnTo>
                    <a:pt x="8304" y="147"/>
                  </a:lnTo>
                  <a:lnTo>
                    <a:pt x="8255" y="269"/>
                  </a:lnTo>
                  <a:lnTo>
                    <a:pt x="8182" y="367"/>
                  </a:lnTo>
                  <a:lnTo>
                    <a:pt x="8084" y="465"/>
                  </a:lnTo>
                  <a:lnTo>
                    <a:pt x="7938" y="538"/>
                  </a:lnTo>
                  <a:lnTo>
                    <a:pt x="7767" y="562"/>
                  </a:lnTo>
                  <a:lnTo>
                    <a:pt x="7596" y="538"/>
                  </a:lnTo>
                  <a:lnTo>
                    <a:pt x="7034" y="367"/>
                  </a:lnTo>
                  <a:lnTo>
                    <a:pt x="6668" y="294"/>
                  </a:lnTo>
                  <a:lnTo>
                    <a:pt x="6252" y="196"/>
                  </a:lnTo>
                  <a:lnTo>
                    <a:pt x="5788" y="123"/>
                  </a:lnTo>
                  <a:lnTo>
                    <a:pt x="5300" y="74"/>
                  </a:lnTo>
                  <a:lnTo>
                    <a:pt x="4738" y="25"/>
                  </a:lnTo>
                  <a:lnTo>
                    <a:pt x="4152" y="0"/>
                  </a:lnTo>
                  <a:close/>
                </a:path>
              </a:pathLst>
            </a:custGeom>
            <a:solidFill>
              <a:schemeClr val="lt1"/>
            </a:solidFill>
            <a:ln>
              <a:noFill/>
            </a:ln>
            <a:effectLst>
              <a:outerShdw blurRad="28575" rotWithShape="0" algn="bl" dir="2700000" dist="19050">
                <a:schemeClr val="dk1">
                  <a:alpha val="20000"/>
                </a:schemeClr>
              </a:outerShdw>
            </a:effectLst>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235" name="Google Shape;235;p10"/>
            <p:cNvSpPr/>
            <p:nvPr/>
          </p:nvSpPr>
          <p:spPr>
            <a:xfrm>
              <a:off x="1926350" y="995225"/>
              <a:ext cx="208225" cy="332175"/>
            </a:xfrm>
            <a:custGeom>
              <a:rect b="b" l="l" r="r" t="t"/>
              <a:pathLst>
                <a:path extrusionOk="0" h="13287" w="8329">
                  <a:moveTo>
                    <a:pt x="4177" y="1"/>
                  </a:moveTo>
                  <a:lnTo>
                    <a:pt x="3591" y="25"/>
                  </a:lnTo>
                  <a:lnTo>
                    <a:pt x="3029" y="74"/>
                  </a:lnTo>
                  <a:lnTo>
                    <a:pt x="2467" y="196"/>
                  </a:lnTo>
                  <a:lnTo>
                    <a:pt x="1905" y="343"/>
                  </a:lnTo>
                  <a:lnTo>
                    <a:pt x="1393" y="538"/>
                  </a:lnTo>
                  <a:lnTo>
                    <a:pt x="929" y="758"/>
                  </a:lnTo>
                  <a:lnTo>
                    <a:pt x="513" y="978"/>
                  </a:lnTo>
                  <a:lnTo>
                    <a:pt x="342" y="1124"/>
                  </a:lnTo>
                  <a:lnTo>
                    <a:pt x="196" y="1246"/>
                  </a:lnTo>
                  <a:lnTo>
                    <a:pt x="123" y="1319"/>
                  </a:lnTo>
                  <a:lnTo>
                    <a:pt x="49" y="1442"/>
                  </a:lnTo>
                  <a:lnTo>
                    <a:pt x="25" y="1539"/>
                  </a:lnTo>
                  <a:lnTo>
                    <a:pt x="0" y="1661"/>
                  </a:lnTo>
                  <a:lnTo>
                    <a:pt x="0" y="11626"/>
                  </a:lnTo>
                  <a:lnTo>
                    <a:pt x="25" y="11773"/>
                  </a:lnTo>
                  <a:lnTo>
                    <a:pt x="74" y="11895"/>
                  </a:lnTo>
                  <a:lnTo>
                    <a:pt x="147" y="11992"/>
                  </a:lnTo>
                  <a:lnTo>
                    <a:pt x="245" y="12090"/>
                  </a:lnTo>
                  <a:lnTo>
                    <a:pt x="391" y="12163"/>
                  </a:lnTo>
                  <a:lnTo>
                    <a:pt x="562" y="12188"/>
                  </a:lnTo>
                  <a:lnTo>
                    <a:pt x="733" y="12163"/>
                  </a:lnTo>
                  <a:lnTo>
                    <a:pt x="1295" y="11992"/>
                  </a:lnTo>
                  <a:lnTo>
                    <a:pt x="1661" y="11919"/>
                  </a:lnTo>
                  <a:lnTo>
                    <a:pt x="2076" y="11821"/>
                  </a:lnTo>
                  <a:lnTo>
                    <a:pt x="2540" y="11748"/>
                  </a:lnTo>
                  <a:lnTo>
                    <a:pt x="3029" y="11699"/>
                  </a:lnTo>
                  <a:lnTo>
                    <a:pt x="3591" y="11650"/>
                  </a:lnTo>
                  <a:lnTo>
                    <a:pt x="4177" y="11626"/>
                  </a:lnTo>
                  <a:lnTo>
                    <a:pt x="4616" y="11650"/>
                  </a:lnTo>
                  <a:lnTo>
                    <a:pt x="5032" y="11675"/>
                  </a:lnTo>
                  <a:lnTo>
                    <a:pt x="5422" y="11748"/>
                  </a:lnTo>
                  <a:lnTo>
                    <a:pt x="5789" y="11821"/>
                  </a:lnTo>
                  <a:lnTo>
                    <a:pt x="6131" y="11919"/>
                  </a:lnTo>
                  <a:lnTo>
                    <a:pt x="6448" y="12017"/>
                  </a:lnTo>
                  <a:lnTo>
                    <a:pt x="6717" y="12139"/>
                  </a:lnTo>
                  <a:lnTo>
                    <a:pt x="6985" y="12261"/>
                  </a:lnTo>
                  <a:lnTo>
                    <a:pt x="7205" y="12383"/>
                  </a:lnTo>
                  <a:lnTo>
                    <a:pt x="7425" y="12530"/>
                  </a:lnTo>
                  <a:lnTo>
                    <a:pt x="7791" y="12798"/>
                  </a:lnTo>
                  <a:lnTo>
                    <a:pt x="8084" y="13067"/>
                  </a:lnTo>
                  <a:lnTo>
                    <a:pt x="8329" y="13287"/>
                  </a:lnTo>
                  <a:lnTo>
                    <a:pt x="8329" y="2199"/>
                  </a:lnTo>
                  <a:lnTo>
                    <a:pt x="8329" y="2101"/>
                  </a:lnTo>
                  <a:lnTo>
                    <a:pt x="8280" y="1979"/>
                  </a:lnTo>
                  <a:lnTo>
                    <a:pt x="8231" y="1881"/>
                  </a:lnTo>
                  <a:lnTo>
                    <a:pt x="8158" y="1808"/>
                  </a:lnTo>
                  <a:lnTo>
                    <a:pt x="8036" y="1686"/>
                  </a:lnTo>
                  <a:lnTo>
                    <a:pt x="7767" y="1442"/>
                  </a:lnTo>
                  <a:lnTo>
                    <a:pt x="7449" y="1173"/>
                  </a:lnTo>
                  <a:lnTo>
                    <a:pt x="7083" y="904"/>
                  </a:lnTo>
                  <a:lnTo>
                    <a:pt x="6644" y="611"/>
                  </a:lnTo>
                  <a:lnTo>
                    <a:pt x="6375" y="489"/>
                  </a:lnTo>
                  <a:lnTo>
                    <a:pt x="6131" y="367"/>
                  </a:lnTo>
                  <a:lnTo>
                    <a:pt x="5838" y="269"/>
                  </a:lnTo>
                  <a:lnTo>
                    <a:pt x="5544" y="172"/>
                  </a:lnTo>
                  <a:lnTo>
                    <a:pt x="5227" y="98"/>
                  </a:lnTo>
                  <a:lnTo>
                    <a:pt x="4885" y="49"/>
                  </a:lnTo>
                  <a:lnTo>
                    <a:pt x="4543" y="1"/>
                  </a:lnTo>
                  <a:close/>
                </a:path>
              </a:pathLst>
            </a:custGeom>
            <a:solidFill>
              <a:schemeClr val="lt1"/>
            </a:solidFill>
            <a:ln>
              <a:noFill/>
            </a:ln>
            <a:effectLst>
              <a:outerShdw blurRad="28575" rotWithShape="0" algn="bl" dir="2700000" dist="19050">
                <a:schemeClr val="dk1">
                  <a:alpha val="20000"/>
                </a:schemeClr>
              </a:outerShdw>
            </a:effectLst>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236" name="Google Shape;236;p10"/>
            <p:cNvSpPr/>
            <p:nvPr/>
          </p:nvSpPr>
          <p:spPr>
            <a:xfrm>
              <a:off x="2146775" y="995225"/>
              <a:ext cx="208225" cy="332175"/>
            </a:xfrm>
            <a:custGeom>
              <a:rect b="b" l="l" r="r" t="t"/>
              <a:pathLst>
                <a:path extrusionOk="0" h="13287" w="8329">
                  <a:moveTo>
                    <a:pt x="3786" y="1"/>
                  </a:moveTo>
                  <a:lnTo>
                    <a:pt x="3444" y="49"/>
                  </a:lnTo>
                  <a:lnTo>
                    <a:pt x="3102" y="98"/>
                  </a:lnTo>
                  <a:lnTo>
                    <a:pt x="2784" y="172"/>
                  </a:lnTo>
                  <a:lnTo>
                    <a:pt x="2491" y="269"/>
                  </a:lnTo>
                  <a:lnTo>
                    <a:pt x="2198" y="367"/>
                  </a:lnTo>
                  <a:lnTo>
                    <a:pt x="1954" y="489"/>
                  </a:lnTo>
                  <a:lnTo>
                    <a:pt x="1685" y="611"/>
                  </a:lnTo>
                  <a:lnTo>
                    <a:pt x="1246" y="904"/>
                  </a:lnTo>
                  <a:lnTo>
                    <a:pt x="879" y="1173"/>
                  </a:lnTo>
                  <a:lnTo>
                    <a:pt x="562" y="1442"/>
                  </a:lnTo>
                  <a:lnTo>
                    <a:pt x="293" y="1686"/>
                  </a:lnTo>
                  <a:lnTo>
                    <a:pt x="171" y="1808"/>
                  </a:lnTo>
                  <a:lnTo>
                    <a:pt x="98" y="1881"/>
                  </a:lnTo>
                  <a:lnTo>
                    <a:pt x="49" y="1979"/>
                  </a:lnTo>
                  <a:lnTo>
                    <a:pt x="0" y="2101"/>
                  </a:lnTo>
                  <a:lnTo>
                    <a:pt x="0" y="2199"/>
                  </a:lnTo>
                  <a:lnTo>
                    <a:pt x="0" y="13287"/>
                  </a:lnTo>
                  <a:lnTo>
                    <a:pt x="244" y="13067"/>
                  </a:lnTo>
                  <a:lnTo>
                    <a:pt x="537" y="12798"/>
                  </a:lnTo>
                  <a:lnTo>
                    <a:pt x="904" y="12530"/>
                  </a:lnTo>
                  <a:lnTo>
                    <a:pt x="1124" y="12383"/>
                  </a:lnTo>
                  <a:lnTo>
                    <a:pt x="1343" y="12261"/>
                  </a:lnTo>
                  <a:lnTo>
                    <a:pt x="1612" y="12139"/>
                  </a:lnTo>
                  <a:lnTo>
                    <a:pt x="1881" y="12017"/>
                  </a:lnTo>
                  <a:lnTo>
                    <a:pt x="2198" y="11919"/>
                  </a:lnTo>
                  <a:lnTo>
                    <a:pt x="2540" y="11821"/>
                  </a:lnTo>
                  <a:lnTo>
                    <a:pt x="2907" y="11748"/>
                  </a:lnTo>
                  <a:lnTo>
                    <a:pt x="3297" y="11675"/>
                  </a:lnTo>
                  <a:lnTo>
                    <a:pt x="3712" y="11650"/>
                  </a:lnTo>
                  <a:lnTo>
                    <a:pt x="4152" y="11626"/>
                  </a:lnTo>
                  <a:lnTo>
                    <a:pt x="4738" y="11650"/>
                  </a:lnTo>
                  <a:lnTo>
                    <a:pt x="5300" y="11699"/>
                  </a:lnTo>
                  <a:lnTo>
                    <a:pt x="5788" y="11748"/>
                  </a:lnTo>
                  <a:lnTo>
                    <a:pt x="6252" y="11821"/>
                  </a:lnTo>
                  <a:lnTo>
                    <a:pt x="6668" y="11919"/>
                  </a:lnTo>
                  <a:lnTo>
                    <a:pt x="7034" y="11992"/>
                  </a:lnTo>
                  <a:lnTo>
                    <a:pt x="7596" y="12163"/>
                  </a:lnTo>
                  <a:lnTo>
                    <a:pt x="7767" y="12188"/>
                  </a:lnTo>
                  <a:lnTo>
                    <a:pt x="7938" y="12163"/>
                  </a:lnTo>
                  <a:lnTo>
                    <a:pt x="8084" y="12090"/>
                  </a:lnTo>
                  <a:lnTo>
                    <a:pt x="8182" y="11992"/>
                  </a:lnTo>
                  <a:lnTo>
                    <a:pt x="8255" y="11895"/>
                  </a:lnTo>
                  <a:lnTo>
                    <a:pt x="8304" y="11773"/>
                  </a:lnTo>
                  <a:lnTo>
                    <a:pt x="8328" y="11626"/>
                  </a:lnTo>
                  <a:lnTo>
                    <a:pt x="8328" y="1661"/>
                  </a:lnTo>
                  <a:lnTo>
                    <a:pt x="8304" y="1539"/>
                  </a:lnTo>
                  <a:lnTo>
                    <a:pt x="8280" y="1442"/>
                  </a:lnTo>
                  <a:lnTo>
                    <a:pt x="8206" y="1319"/>
                  </a:lnTo>
                  <a:lnTo>
                    <a:pt x="8133" y="1246"/>
                  </a:lnTo>
                  <a:lnTo>
                    <a:pt x="7987" y="1124"/>
                  </a:lnTo>
                  <a:lnTo>
                    <a:pt x="7816" y="978"/>
                  </a:lnTo>
                  <a:lnTo>
                    <a:pt x="7400" y="758"/>
                  </a:lnTo>
                  <a:lnTo>
                    <a:pt x="6936" y="538"/>
                  </a:lnTo>
                  <a:lnTo>
                    <a:pt x="6423" y="343"/>
                  </a:lnTo>
                  <a:lnTo>
                    <a:pt x="5862" y="196"/>
                  </a:lnTo>
                  <a:lnTo>
                    <a:pt x="5300" y="74"/>
                  </a:lnTo>
                  <a:lnTo>
                    <a:pt x="4738" y="25"/>
                  </a:lnTo>
                  <a:lnTo>
                    <a:pt x="4152" y="1"/>
                  </a:lnTo>
                  <a:close/>
                </a:path>
              </a:pathLst>
            </a:custGeom>
            <a:solidFill>
              <a:schemeClr val="lt1"/>
            </a:solidFill>
            <a:ln>
              <a:noFill/>
            </a:ln>
            <a:effectLst>
              <a:outerShdw blurRad="28575" rotWithShape="0" algn="bl" dir="2700000" dist="19050">
                <a:schemeClr val="dk1">
                  <a:alpha val="20000"/>
                </a:schemeClr>
              </a:outerShdw>
            </a:effectLst>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grpSp>
      <p:pic>
        <p:nvPicPr>
          <p:cNvPr id="237" name="Google Shape;237;p10"/>
          <p:cNvPicPr preferRelativeResize="0"/>
          <p:nvPr/>
        </p:nvPicPr>
        <p:blipFill rotWithShape="1">
          <a:blip r:embed="rId3">
            <a:alphaModFix/>
          </a:blip>
          <a:srcRect b="0" l="0" r="0" t="0"/>
          <a:stretch/>
        </p:blipFill>
        <p:spPr>
          <a:xfrm>
            <a:off x="272917" y="1281425"/>
            <a:ext cx="5237815" cy="2315088"/>
          </a:xfrm>
          <a:prstGeom prst="rect">
            <a:avLst/>
          </a:prstGeom>
          <a:noFill/>
          <a:ln>
            <a:noFill/>
          </a:ln>
        </p:spPr>
      </p:pic>
      <p:pic>
        <p:nvPicPr>
          <p:cNvPr id="238" name="Google Shape;238;p10"/>
          <p:cNvPicPr preferRelativeResize="0"/>
          <p:nvPr/>
        </p:nvPicPr>
        <p:blipFill rotWithShape="1">
          <a:blip r:embed="rId4">
            <a:alphaModFix/>
          </a:blip>
          <a:srcRect b="0" l="0" r="0" t="0"/>
          <a:stretch/>
        </p:blipFill>
        <p:spPr>
          <a:xfrm>
            <a:off x="272917" y="3880572"/>
            <a:ext cx="5237815" cy="2194579"/>
          </a:xfrm>
          <a:prstGeom prst="rect">
            <a:avLst/>
          </a:prstGeom>
          <a:noFill/>
          <a:ln>
            <a:noFill/>
          </a:ln>
        </p:spPr>
      </p:pic>
      <p:sp>
        <p:nvSpPr>
          <p:cNvPr id="239" name="Google Shape;239;p10"/>
          <p:cNvSpPr txBox="1"/>
          <p:nvPr>
            <p:ph idx="1" type="body"/>
          </p:nvPr>
        </p:nvSpPr>
        <p:spPr>
          <a:xfrm>
            <a:off x="5708072" y="1134300"/>
            <a:ext cx="6356277" cy="2462213"/>
          </a:xfrm>
          <a:prstGeom prst="rect">
            <a:avLst/>
          </a:prstGeom>
          <a:noFill/>
          <a:ln cap="flat" cmpd="sng" w="9525">
            <a:solidFill>
              <a:schemeClr val="lt2"/>
            </a:solidFill>
            <a:prstDash val="dash"/>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Clr>
                <a:srgbClr val="0C0C0C"/>
              </a:buClr>
              <a:buSzPts val="1600"/>
              <a:buFont typeface="Arial"/>
              <a:buNone/>
            </a:pPr>
            <a:r>
              <a:rPr b="0" i="0" lang="en-US" sz="1600" u="none" cap="none" strike="noStrike">
                <a:solidFill>
                  <a:srgbClr val="0C0C0C"/>
                </a:solidFill>
                <a:latin typeface="Arial"/>
                <a:ea typeface="Arial"/>
                <a:cs typeface="Arial"/>
                <a:sym typeface="Arial"/>
              </a:rPr>
              <a:t>Goal of this function is to return a 2D binary array (mask) in which all pixels are either 0 or 1</a:t>
            </a:r>
            <a:endParaRPr b="0" i="0" sz="1600" u="none" cap="none" strike="noStrike">
              <a:solidFill>
                <a:srgbClr val="0C0C0C"/>
              </a:solidFill>
              <a:latin typeface="Arial"/>
              <a:ea typeface="Arial"/>
              <a:cs typeface="Arial"/>
              <a:sym typeface="Arial"/>
            </a:endParaRPr>
          </a:p>
          <a:p>
            <a:pPr indent="0" lvl="0" marL="0" marR="0" rtl="0" algn="l">
              <a:spcBef>
                <a:spcPts val="0"/>
              </a:spcBef>
              <a:spcAft>
                <a:spcPts val="0"/>
              </a:spcAft>
              <a:buClr>
                <a:schemeClr val="dk1"/>
              </a:buClr>
              <a:buSzPts val="1600"/>
              <a:buFont typeface="Arial"/>
              <a:buNone/>
            </a:pPr>
            <a:r>
              <a:t/>
            </a:r>
            <a:endParaRPr b="0" i="0" sz="1600" u="none" cap="none" strike="noStrike">
              <a:solidFill>
                <a:srgbClr val="0C0C0C"/>
              </a:solidFill>
              <a:latin typeface="Arial"/>
              <a:ea typeface="Arial"/>
              <a:cs typeface="Arial"/>
              <a:sym typeface="Arial"/>
            </a:endParaRPr>
          </a:p>
          <a:p>
            <a:pPr indent="-380990" lvl="0" marL="380990" marR="0" rtl="0" algn="l">
              <a:spcBef>
                <a:spcPts val="0"/>
              </a:spcBef>
              <a:spcAft>
                <a:spcPts val="0"/>
              </a:spcAft>
              <a:buClr>
                <a:srgbClr val="0C0C0C"/>
              </a:buClr>
              <a:buSzPts val="1600"/>
              <a:buFont typeface="Arial"/>
              <a:buChar char="▸"/>
            </a:pPr>
            <a:r>
              <a:rPr b="1" i="0" lang="en-US" sz="1600" u="none" cap="none" strike="noStrike">
                <a:solidFill>
                  <a:srgbClr val="0C0C0C"/>
                </a:solidFill>
                <a:latin typeface="Arial"/>
                <a:ea typeface="Arial"/>
                <a:cs typeface="Arial"/>
                <a:sym typeface="Arial"/>
              </a:rPr>
              <a:t>array</a:t>
            </a:r>
            <a:r>
              <a:rPr b="0" i="0" lang="en-US" sz="1600" u="none" cap="none" strike="noStrike">
                <a:solidFill>
                  <a:srgbClr val="0C0C0C"/>
                </a:solidFill>
                <a:latin typeface="Arial"/>
                <a:ea typeface="Arial"/>
                <a:cs typeface="Arial"/>
                <a:sym typeface="Arial"/>
              </a:rPr>
              <a:t>: NumPy 2D array that we want to convert to binary values.</a:t>
            </a:r>
            <a:endParaRPr b="0" i="0" sz="1600" u="none" cap="none" strike="noStrike">
              <a:solidFill>
                <a:srgbClr val="0C0C0C"/>
              </a:solidFill>
              <a:latin typeface="Arial"/>
              <a:ea typeface="Arial"/>
              <a:cs typeface="Arial"/>
              <a:sym typeface="Arial"/>
            </a:endParaRPr>
          </a:p>
          <a:p>
            <a:pPr indent="-380990" lvl="0" marL="380990" marR="0" rtl="0" algn="l">
              <a:spcBef>
                <a:spcPts val="0"/>
              </a:spcBef>
              <a:spcAft>
                <a:spcPts val="0"/>
              </a:spcAft>
              <a:buClr>
                <a:srgbClr val="0C0C0C"/>
              </a:buClr>
              <a:buSzPts val="1600"/>
              <a:buFont typeface="Arial"/>
              <a:buChar char="▸"/>
            </a:pPr>
            <a:r>
              <a:rPr b="1" i="0" lang="en-US" sz="1600" u="none" cap="none" strike="noStrike">
                <a:solidFill>
                  <a:srgbClr val="0C0C0C"/>
                </a:solidFill>
                <a:latin typeface="Arial"/>
                <a:ea typeface="Arial"/>
                <a:cs typeface="Arial"/>
                <a:sym typeface="Arial"/>
              </a:rPr>
              <a:t>thresh</a:t>
            </a:r>
            <a:r>
              <a:rPr b="0" i="0" lang="en-US" sz="1600" u="none" cap="none" strike="noStrike">
                <a:solidFill>
                  <a:srgbClr val="0C0C0C"/>
                </a:solidFill>
                <a:latin typeface="Arial"/>
                <a:ea typeface="Arial"/>
                <a:cs typeface="Arial"/>
                <a:sym typeface="Arial"/>
              </a:rPr>
              <a:t>: Values used for thresholding (inclusive).</a:t>
            </a:r>
            <a:endParaRPr/>
          </a:p>
          <a:p>
            <a:pPr indent="-380990" lvl="0" marL="380990" marR="0" rtl="0" algn="l">
              <a:spcBef>
                <a:spcPts val="0"/>
              </a:spcBef>
              <a:spcAft>
                <a:spcPts val="0"/>
              </a:spcAft>
              <a:buClr>
                <a:srgbClr val="0C0C0C"/>
              </a:buClr>
              <a:buSzPts val="1600"/>
              <a:buFont typeface="Arial"/>
              <a:buChar char="▸"/>
            </a:pPr>
            <a:r>
              <a:rPr b="1" i="0" lang="en-US" sz="1600" u="none" cap="none" strike="noStrike">
                <a:solidFill>
                  <a:srgbClr val="0C0C0C"/>
                </a:solidFill>
                <a:latin typeface="Arial"/>
                <a:ea typeface="Arial"/>
                <a:cs typeface="Arial"/>
                <a:sym typeface="Arial"/>
              </a:rPr>
              <a:t>value: </a:t>
            </a:r>
            <a:r>
              <a:rPr b="0" i="0" lang="en-US" sz="1600" u="none" cap="none" strike="noStrike">
                <a:solidFill>
                  <a:srgbClr val="0C0C0C"/>
                </a:solidFill>
                <a:latin typeface="Arial"/>
                <a:ea typeface="Arial"/>
                <a:cs typeface="Arial"/>
                <a:sym typeface="Arial"/>
              </a:rPr>
              <a:t>Output value when between the supplied threshold</a:t>
            </a:r>
            <a:endParaRPr/>
          </a:p>
          <a:p>
            <a:pPr indent="-380990" lvl="0" marL="380990" marR="0" rtl="0" algn="l">
              <a:spcBef>
                <a:spcPts val="0"/>
              </a:spcBef>
              <a:spcAft>
                <a:spcPts val="0"/>
              </a:spcAft>
              <a:buClr>
                <a:srgbClr val="0C0C0C"/>
              </a:buClr>
              <a:buSzPts val="1600"/>
              <a:buFont typeface="Arial"/>
              <a:buChar char="▸"/>
            </a:pPr>
            <a:r>
              <a:rPr b="1" i="0" lang="en-US" sz="1600" u="none" cap="none" strike="noStrike">
                <a:solidFill>
                  <a:srgbClr val="0C0C0C"/>
                </a:solidFill>
                <a:latin typeface="Arial"/>
                <a:ea typeface="Arial"/>
                <a:cs typeface="Arial"/>
                <a:sym typeface="Arial"/>
              </a:rPr>
              <a:t>Return: </a:t>
            </a:r>
            <a:r>
              <a:rPr b="0" i="0" lang="en-US" sz="1600" u="none" cap="none" strike="noStrike">
                <a:solidFill>
                  <a:srgbClr val="0C0C0C"/>
                </a:solidFill>
                <a:latin typeface="Arial"/>
                <a:ea typeface="Arial"/>
                <a:cs typeface="Arial"/>
                <a:sym typeface="Arial"/>
              </a:rPr>
              <a:t>Binary 2D array</a:t>
            </a:r>
            <a:endParaRPr b="0" i="0" sz="1600" u="none" cap="none" strike="noStrike">
              <a:solidFill>
                <a:srgbClr val="0C0C0C"/>
              </a:solidFill>
              <a:latin typeface="Arial"/>
              <a:ea typeface="Arial"/>
              <a:cs typeface="Arial"/>
              <a:sym typeface="Arial"/>
            </a:endParaRPr>
          </a:p>
          <a:p>
            <a:pPr indent="0" lvl="0" marL="0" marR="0" rtl="0" algn="l">
              <a:spcBef>
                <a:spcPts val="0"/>
              </a:spcBef>
              <a:spcAft>
                <a:spcPts val="0"/>
              </a:spcAft>
              <a:buClr>
                <a:srgbClr val="0C0C0C"/>
              </a:buClr>
              <a:buSzPts val="1600"/>
              <a:buFont typeface="Arial"/>
              <a:buNone/>
            </a:pPr>
            <a:r>
              <a:rPr b="0" i="0" lang="en-US" sz="1600" u="none" cap="none" strike="noStrike">
                <a:solidFill>
                  <a:srgbClr val="0C0C0C"/>
                </a:solidFill>
                <a:latin typeface="Arial"/>
                <a:ea typeface="Arial"/>
                <a:cs typeface="Arial"/>
                <a:sym typeface="Arial"/>
              </a:rPr>
              <a:t>           number of rows x number of columns = </a:t>
            </a:r>
            <a:endParaRPr b="0" i="0" sz="1600" u="none" cap="none" strike="noStrike">
              <a:solidFill>
                <a:srgbClr val="0C0C0C"/>
              </a:solidFill>
              <a:latin typeface="Arial"/>
              <a:ea typeface="Arial"/>
              <a:cs typeface="Arial"/>
              <a:sym typeface="Arial"/>
            </a:endParaRPr>
          </a:p>
          <a:p>
            <a:pPr indent="0" lvl="1" marL="0" marR="0" rtl="0" algn="l">
              <a:spcBef>
                <a:spcPts val="0"/>
              </a:spcBef>
              <a:spcAft>
                <a:spcPts val="0"/>
              </a:spcAft>
              <a:buClr>
                <a:srgbClr val="0C0C0C"/>
              </a:buClr>
              <a:buSzPts val="1600"/>
              <a:buFont typeface="Arial"/>
              <a:buNone/>
            </a:pPr>
            <a:r>
              <a:rPr b="0" i="0" lang="en-US" sz="1600" u="none" cap="none" strike="noStrike">
                <a:solidFill>
                  <a:srgbClr val="0C0C0C"/>
                </a:solidFill>
                <a:latin typeface="Arial"/>
                <a:ea typeface="Arial"/>
                <a:cs typeface="Arial"/>
                <a:sym typeface="Arial"/>
              </a:rPr>
              <a:t>           number of pixels from top to bottom x  number of pixels from left to right </a:t>
            </a:r>
            <a:endParaRPr b="0" i="0" sz="1600" u="none" cap="none" strike="noStrike">
              <a:solidFill>
                <a:srgbClr val="0C0C0C"/>
              </a:solidFill>
              <a:latin typeface="Arial"/>
              <a:ea typeface="Arial"/>
              <a:cs typeface="Arial"/>
              <a:sym typeface="Arial"/>
            </a:endParaRPr>
          </a:p>
        </p:txBody>
      </p:sp>
      <p:sp>
        <p:nvSpPr>
          <p:cNvPr id="240" name="Google Shape;240;p10"/>
          <p:cNvSpPr/>
          <p:nvPr/>
        </p:nvSpPr>
        <p:spPr>
          <a:xfrm>
            <a:off x="5708072" y="3859147"/>
            <a:ext cx="6356277" cy="2215991"/>
          </a:xfrm>
          <a:prstGeom prst="rect">
            <a:avLst/>
          </a:prstGeom>
          <a:noFill/>
          <a:ln cap="flat" cmpd="sng" w="9525">
            <a:solidFill>
              <a:schemeClr val="lt2"/>
            </a:solidFill>
            <a:prstDash val="lgDash"/>
            <a:miter lim="800000"/>
            <a:headEnd len="sm" w="sm" type="none"/>
            <a:tailEnd len="sm" w="sm" type="none"/>
          </a:ln>
        </p:spPr>
        <p:txBody>
          <a:bodyPr anchorCtr="0" anchor="ctr" bIns="0" lIns="0" spcFirstLastPara="1" rIns="0" wrap="square" tIns="0">
            <a:spAutoFit/>
          </a:bodyPr>
          <a:lstStyle/>
          <a:p>
            <a:pPr indent="-380990" lvl="0" marL="380990" marR="0" rtl="0" algn="l">
              <a:spcBef>
                <a:spcPts val="0"/>
              </a:spcBef>
              <a:spcAft>
                <a:spcPts val="0"/>
              </a:spcAft>
              <a:buClr>
                <a:srgbClr val="0C0C0C"/>
              </a:buClr>
              <a:buSzPts val="1600"/>
              <a:buFont typeface="Arial"/>
              <a:buChar char="•"/>
            </a:pPr>
            <a:r>
              <a:rPr lang="en-US" sz="1600">
                <a:solidFill>
                  <a:srgbClr val="0C0C0C"/>
                </a:solidFill>
                <a:latin typeface="Arial"/>
                <a:ea typeface="Arial"/>
                <a:cs typeface="Arial"/>
                <a:sym typeface="Arial"/>
              </a:rPr>
              <a:t>Implementation for Gaussian blur to reduce noise and detail in the image. </a:t>
            </a:r>
            <a:endParaRPr/>
          </a:p>
          <a:p>
            <a:pPr indent="0" lvl="0" marL="0" marR="0" rtl="0" algn="l">
              <a:spcBef>
                <a:spcPts val="0"/>
              </a:spcBef>
              <a:spcAft>
                <a:spcPts val="0"/>
              </a:spcAft>
              <a:buNone/>
            </a:pPr>
            <a:r>
              <a:rPr lang="en-US" sz="1600">
                <a:solidFill>
                  <a:srgbClr val="0C0C0C"/>
                </a:solidFill>
                <a:latin typeface="Arial"/>
                <a:ea typeface="Arial"/>
                <a:cs typeface="Arial"/>
                <a:sym typeface="Arial"/>
              </a:rPr>
              <a:t>                         </a:t>
            </a:r>
            <a:r>
              <a:rPr b="1" lang="en-US" sz="1600">
                <a:solidFill>
                  <a:srgbClr val="0C0C0C"/>
                </a:solidFill>
                <a:latin typeface="Arial"/>
                <a:ea typeface="Arial"/>
                <a:cs typeface="Arial"/>
                <a:sym typeface="Arial"/>
              </a:rPr>
              <a:t>Return</a:t>
            </a:r>
            <a:r>
              <a:rPr lang="en-US" sz="1600">
                <a:solidFill>
                  <a:srgbClr val="0C0C0C"/>
                </a:solidFill>
                <a:latin typeface="Arial"/>
                <a:ea typeface="Arial"/>
                <a:cs typeface="Arial"/>
                <a:sym typeface="Arial"/>
              </a:rPr>
              <a:t>  :Blurred 2D image</a:t>
            </a:r>
            <a:endParaRPr/>
          </a:p>
          <a:p>
            <a:pPr indent="-380990" lvl="0" marL="380990" marR="0" rtl="0" algn="l">
              <a:spcBef>
                <a:spcPts val="0"/>
              </a:spcBef>
              <a:spcAft>
                <a:spcPts val="0"/>
              </a:spcAft>
              <a:buClr>
                <a:srgbClr val="0C0C0C"/>
              </a:buClr>
              <a:buSzPts val="1600"/>
              <a:buFont typeface="Arial"/>
              <a:buChar char="•"/>
            </a:pPr>
            <a:r>
              <a:rPr lang="en-US" sz="1600">
                <a:solidFill>
                  <a:srgbClr val="0C0C0C"/>
                </a:solidFill>
                <a:latin typeface="Arial"/>
                <a:ea typeface="Arial"/>
                <a:cs typeface="Arial"/>
                <a:sym typeface="Arial"/>
              </a:rPr>
              <a:t>Implementation of Sobel edge detection.</a:t>
            </a:r>
            <a:endParaRPr/>
          </a:p>
          <a:p>
            <a:pPr indent="-380990" lvl="0" marL="380990" marR="0" rtl="0" algn="l">
              <a:spcBef>
                <a:spcPts val="0"/>
              </a:spcBef>
              <a:spcAft>
                <a:spcPts val="0"/>
              </a:spcAft>
              <a:buClr>
                <a:srgbClr val="0C0C0C"/>
              </a:buClr>
              <a:buSzPts val="1600"/>
              <a:buFont typeface="Arial"/>
              <a:buChar char="•"/>
            </a:pPr>
            <a:r>
              <a:rPr lang="en-US" sz="1600">
                <a:solidFill>
                  <a:srgbClr val="0C0C0C"/>
                </a:solidFill>
                <a:latin typeface="Arial"/>
                <a:ea typeface="Arial"/>
                <a:cs typeface="Arial"/>
                <a:sym typeface="Arial"/>
              </a:rPr>
              <a:t>image: 2D or 3D array to be blurred</a:t>
            </a:r>
            <a:endParaRPr/>
          </a:p>
          <a:p>
            <a:pPr indent="-380990" lvl="0" marL="380990" marR="0" rtl="0" algn="l">
              <a:spcBef>
                <a:spcPts val="0"/>
              </a:spcBef>
              <a:spcAft>
                <a:spcPts val="0"/>
              </a:spcAft>
              <a:buClr>
                <a:srgbClr val="0C0C0C"/>
              </a:buClr>
              <a:buSzPts val="1600"/>
              <a:buFont typeface="Arial"/>
              <a:buChar char="•"/>
            </a:pPr>
            <a:r>
              <a:rPr lang="en-US" sz="1600">
                <a:solidFill>
                  <a:srgbClr val="0C0C0C"/>
                </a:solidFill>
                <a:latin typeface="Arial"/>
                <a:ea typeface="Arial"/>
                <a:cs typeface="Arial"/>
                <a:sym typeface="Arial"/>
              </a:rPr>
              <a:t>sobel_kernel: Size of the small matrix (i.e. kernel)</a:t>
            </a:r>
            <a:endParaRPr/>
          </a:p>
          <a:p>
            <a:pPr indent="-380990" lvl="0" marL="380990" marR="0" rtl="0" algn="l">
              <a:spcBef>
                <a:spcPts val="0"/>
              </a:spcBef>
              <a:spcAft>
                <a:spcPts val="0"/>
              </a:spcAft>
              <a:buClr>
                <a:srgbClr val="0C0C0C"/>
              </a:buClr>
              <a:buSzPts val="1600"/>
              <a:buFont typeface="Arial"/>
              <a:buChar char="•"/>
            </a:pPr>
            <a:r>
              <a:rPr lang="en-US" sz="1600">
                <a:solidFill>
                  <a:srgbClr val="0C0C0C"/>
                </a:solidFill>
                <a:latin typeface="Arial"/>
                <a:ea typeface="Arial"/>
                <a:cs typeface="Arial"/>
                <a:sym typeface="Arial"/>
              </a:rPr>
              <a:t>                         i.e. number of rows and columns</a:t>
            </a:r>
            <a:endParaRPr/>
          </a:p>
          <a:p>
            <a:pPr indent="-380990" lvl="0" marL="380990" marR="0" rtl="0" algn="l">
              <a:spcBef>
                <a:spcPts val="0"/>
              </a:spcBef>
              <a:spcAft>
                <a:spcPts val="0"/>
              </a:spcAft>
              <a:buClr>
                <a:srgbClr val="0C0C0C"/>
              </a:buClr>
              <a:buSzPts val="1600"/>
              <a:buFont typeface="Arial"/>
              <a:buChar char="•"/>
            </a:pPr>
            <a:r>
              <a:rPr b="1" lang="en-US" sz="1600">
                <a:solidFill>
                  <a:srgbClr val="0C0C0C"/>
                </a:solidFill>
                <a:latin typeface="Arial"/>
                <a:ea typeface="Arial"/>
                <a:cs typeface="Arial"/>
                <a:sym typeface="Arial"/>
              </a:rPr>
              <a:t>Return</a:t>
            </a:r>
            <a:r>
              <a:rPr lang="en-US" sz="1600">
                <a:solidFill>
                  <a:srgbClr val="0C0C0C"/>
                </a:solidFill>
                <a:latin typeface="Arial"/>
                <a:ea typeface="Arial"/>
                <a:cs typeface="Arial"/>
                <a:sym typeface="Arial"/>
              </a:rPr>
              <a:t>: Binary (black and white) 2D mask image</a:t>
            </a:r>
            <a:endParaRPr sz="1600">
              <a:solidFill>
                <a:srgbClr val="0C0C0C"/>
              </a:solidFill>
              <a:latin typeface="Arial"/>
              <a:ea typeface="Arial"/>
              <a:cs typeface="Arial"/>
              <a:sym typeface="Arial"/>
            </a:endParaRPr>
          </a:p>
          <a:p>
            <a:pPr indent="0" lvl="0" marL="0" marR="0" rtl="0" algn="l">
              <a:spcBef>
                <a:spcPts val="0"/>
              </a:spcBef>
              <a:spcAft>
                <a:spcPts val="0"/>
              </a:spcAft>
              <a:buNone/>
            </a:pPr>
            <a:r>
              <a:t/>
            </a:r>
            <a:endParaRPr sz="1600">
              <a:solidFill>
                <a:srgbClr val="0C0C0C"/>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11"/>
          <p:cNvSpPr txBox="1"/>
          <p:nvPr>
            <p:ph idx="12" type="sldNum"/>
          </p:nvPr>
        </p:nvSpPr>
        <p:spPr>
          <a:xfrm>
            <a:off x="11205845" y="6231535"/>
            <a:ext cx="731600" cy="5248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chemeClr val="dk1"/>
              </a:buClr>
              <a:buSzPts val="1800"/>
              <a:buFont typeface="Arial"/>
              <a:buNone/>
            </a:pPr>
            <a:fld id="{00000000-1234-1234-1234-123412341234}" type="slidenum">
              <a:rPr lang="en-US"/>
              <a:t>‹#›</a:t>
            </a:fld>
            <a:endParaRPr/>
          </a:p>
        </p:txBody>
      </p:sp>
      <p:pic>
        <p:nvPicPr>
          <p:cNvPr id="246" name="Google Shape;246;p11"/>
          <p:cNvPicPr preferRelativeResize="0"/>
          <p:nvPr/>
        </p:nvPicPr>
        <p:blipFill rotWithShape="1">
          <a:blip r:embed="rId3">
            <a:alphaModFix/>
          </a:blip>
          <a:srcRect b="0" l="0" r="0" t="0"/>
          <a:stretch/>
        </p:blipFill>
        <p:spPr>
          <a:xfrm>
            <a:off x="116811" y="870167"/>
            <a:ext cx="6345259" cy="2347331"/>
          </a:xfrm>
          <a:prstGeom prst="rect">
            <a:avLst/>
          </a:prstGeom>
          <a:noFill/>
          <a:ln>
            <a:noFill/>
          </a:ln>
        </p:spPr>
      </p:pic>
      <p:sp>
        <p:nvSpPr>
          <p:cNvPr id="247" name="Google Shape;247;p11"/>
          <p:cNvSpPr/>
          <p:nvPr/>
        </p:nvSpPr>
        <p:spPr>
          <a:xfrm>
            <a:off x="435645" y="4676329"/>
            <a:ext cx="11136000" cy="83099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400">
                <a:solidFill>
                  <a:srgbClr val="0C0C0C"/>
                </a:solidFill>
                <a:latin typeface="Arial"/>
                <a:ea typeface="Arial"/>
                <a:cs typeface="Arial"/>
                <a:sym typeface="Arial"/>
              </a:rPr>
              <a:t>In conclusion, It is a collection of methods that helps isolate lane line edges and lane lines</a:t>
            </a:r>
            <a:endParaRPr b="1" sz="2400">
              <a:solidFill>
                <a:srgbClr val="0C0C0C"/>
              </a:solidFill>
              <a:latin typeface="Arial"/>
              <a:ea typeface="Arial"/>
              <a:cs typeface="Arial"/>
              <a:sym typeface="Arial"/>
            </a:endParaRPr>
          </a:p>
        </p:txBody>
      </p:sp>
      <p:sp>
        <p:nvSpPr>
          <p:cNvPr id="248" name="Google Shape;248;p11"/>
          <p:cNvSpPr/>
          <p:nvPr/>
        </p:nvSpPr>
        <p:spPr>
          <a:xfrm>
            <a:off x="6567055" y="841794"/>
            <a:ext cx="5437591" cy="1754326"/>
          </a:xfrm>
          <a:prstGeom prst="rect">
            <a:avLst/>
          </a:prstGeom>
          <a:noFill/>
          <a:ln cap="flat" cmpd="sng" w="9525">
            <a:solidFill>
              <a:schemeClr val="lt2"/>
            </a:solidFill>
            <a:prstDash val="solid"/>
            <a:round/>
            <a:headEnd len="sm" w="sm" type="none"/>
            <a:tailEnd len="sm" w="sm" type="none"/>
          </a:ln>
        </p:spPr>
        <p:txBody>
          <a:bodyPr anchorCtr="0" anchor="t" bIns="45700" lIns="91425" spcFirstLastPara="1" rIns="91425" wrap="square" tIns="45700">
            <a:spAutoFit/>
          </a:bodyPr>
          <a:lstStyle/>
          <a:p>
            <a:pPr indent="-380990" lvl="0" marL="380990" marR="0" rtl="0" algn="l">
              <a:spcBef>
                <a:spcPts val="0"/>
              </a:spcBef>
              <a:spcAft>
                <a:spcPts val="0"/>
              </a:spcAft>
              <a:buClr>
                <a:schemeClr val="dk1"/>
              </a:buClr>
              <a:buSzPts val="1800"/>
              <a:buFont typeface="Arial"/>
              <a:buChar char="•"/>
            </a:pPr>
            <a:r>
              <a:rPr b="1" lang="en-US" sz="1800">
                <a:solidFill>
                  <a:schemeClr val="dk1"/>
                </a:solidFill>
                <a:latin typeface="Arial"/>
                <a:ea typeface="Arial"/>
                <a:cs typeface="Arial"/>
                <a:sym typeface="Arial"/>
              </a:rPr>
              <a:t>Goal: </a:t>
            </a:r>
            <a:r>
              <a:rPr lang="en-US" sz="1800">
                <a:solidFill>
                  <a:schemeClr val="dk1"/>
                </a:solidFill>
                <a:latin typeface="Arial"/>
                <a:ea typeface="Arial"/>
                <a:cs typeface="Arial"/>
                <a:sym typeface="Arial"/>
              </a:rPr>
              <a:t>Find edges that are aligned vertically and horizontally on the image.</a:t>
            </a:r>
            <a:endParaRPr/>
          </a:p>
          <a:p>
            <a:pPr indent="-266690" lvl="0" marL="38099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a:p>
            <a:pPr indent="-380990" lvl="0" marL="380990" marR="0" rtl="0" algn="l">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Will detect differences in pixel intensities going from left to right on the image and top to bottom  (i.e. edges that are vertically aligned)</a:t>
            </a:r>
            <a:endParaRPr sz="1800">
              <a:solidFill>
                <a:schemeClr val="dk1"/>
              </a:solidFill>
              <a:latin typeface="Arial"/>
              <a:ea typeface="Arial"/>
              <a:cs typeface="Arial"/>
              <a:sym typeface="Arial"/>
            </a:endParaRPr>
          </a:p>
        </p:txBody>
      </p:sp>
      <p:sp>
        <p:nvSpPr>
          <p:cNvPr id="249" name="Google Shape;249;p11"/>
          <p:cNvSpPr/>
          <p:nvPr/>
        </p:nvSpPr>
        <p:spPr>
          <a:xfrm>
            <a:off x="563418" y="3305873"/>
            <a:ext cx="5504873" cy="923330"/>
          </a:xfrm>
          <a:prstGeom prst="rect">
            <a:avLst/>
          </a:prstGeom>
          <a:noFill/>
          <a:ln cap="flat" cmpd="sng" w="9525">
            <a:solidFill>
              <a:schemeClr val="lt2"/>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Arial"/>
                <a:ea typeface="Arial"/>
                <a:cs typeface="Arial"/>
                <a:sym typeface="Arial"/>
              </a:rPr>
              <a:t>Goal</a:t>
            </a:r>
            <a:r>
              <a:rPr lang="en-US" sz="1800">
                <a:solidFill>
                  <a:schemeClr val="dk1"/>
                </a:solidFill>
                <a:latin typeface="Arial"/>
                <a:ea typeface="Arial"/>
                <a:cs typeface="Arial"/>
                <a:sym typeface="Arial"/>
              </a:rPr>
              <a:t>: Apply a threshold to the input channel</a:t>
            </a:r>
            <a:endParaRPr/>
          </a:p>
          <a:p>
            <a:pPr indent="0" lvl="0" marL="0" marR="0" rtl="0" algn="l">
              <a:spcBef>
                <a:spcPts val="0"/>
              </a:spcBef>
              <a:spcAft>
                <a:spcPts val="0"/>
              </a:spcAft>
              <a:buNone/>
            </a:pPr>
            <a:r>
              <a:rPr b="1" lang="en-US" sz="1800">
                <a:solidFill>
                  <a:schemeClr val="dk1"/>
                </a:solidFill>
                <a:latin typeface="Arial"/>
                <a:ea typeface="Arial"/>
                <a:cs typeface="Arial"/>
                <a:sym typeface="Arial"/>
              </a:rPr>
              <a:t>Output:   </a:t>
            </a:r>
            <a:r>
              <a:rPr lang="en-US" sz="1800">
                <a:solidFill>
                  <a:schemeClr val="dk1"/>
                </a:solidFill>
                <a:latin typeface="Arial"/>
                <a:ea typeface="Arial"/>
                <a:cs typeface="Arial"/>
                <a:sym typeface="Arial"/>
              </a:rPr>
              <a:t>Threshold that was used</a:t>
            </a:r>
            <a:endParaRPr/>
          </a:p>
          <a:p>
            <a:pPr indent="0" lvl="0" marL="0" marR="0" rtl="0" algn="l">
              <a:spcBef>
                <a:spcPts val="0"/>
              </a:spcBef>
              <a:spcAft>
                <a:spcPts val="0"/>
              </a:spcAft>
              <a:buNone/>
            </a:pPr>
            <a:r>
              <a:rPr lang="en-US" sz="1800">
                <a:solidFill>
                  <a:schemeClr val="dk1"/>
                </a:solidFill>
                <a:latin typeface="Arial"/>
                <a:ea typeface="Arial"/>
                <a:cs typeface="Arial"/>
                <a:sym typeface="Arial"/>
              </a:rPr>
              <a:t>             thresholded_image: 2D thresholded data.</a:t>
            </a:r>
            <a:endParaRPr sz="1800">
              <a:solidFill>
                <a:schemeClr val="dk1"/>
              </a:solidFill>
              <a:latin typeface="Arial"/>
              <a:ea typeface="Arial"/>
              <a:cs typeface="Arial"/>
              <a:sym typeface="Arial"/>
            </a:endParaRPr>
          </a:p>
        </p:txBody>
      </p:sp>
      <p:sp>
        <p:nvSpPr>
          <p:cNvPr id="250" name="Google Shape;250;p11"/>
          <p:cNvSpPr/>
          <p:nvPr/>
        </p:nvSpPr>
        <p:spPr>
          <a:xfrm>
            <a:off x="6567055" y="2751875"/>
            <a:ext cx="5437592" cy="1477328"/>
          </a:xfrm>
          <a:prstGeom prst="rect">
            <a:avLst/>
          </a:prstGeom>
          <a:noFill/>
          <a:ln cap="flat" cmpd="sng" w="9525">
            <a:solidFill>
              <a:schemeClr val="lt2"/>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1A1A1A"/>
                </a:solidFill>
                <a:latin typeface="Merriweather"/>
                <a:ea typeface="Merriweather"/>
                <a:cs typeface="Merriweather"/>
                <a:sym typeface="Merriweather"/>
              </a:rPr>
              <a:t>Sharp changes in intensity from one pixel to a neighboring pixel means that an edge is likely present. We want to detect the strongest edges in the image so that we can isolate potential lane line edges.</a:t>
            </a:r>
            <a:endParaRPr sz="1800">
              <a:solidFill>
                <a:schemeClr val="dk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12"/>
          <p:cNvSpPr txBox="1"/>
          <p:nvPr>
            <p:ph type="title"/>
          </p:nvPr>
        </p:nvSpPr>
        <p:spPr>
          <a:xfrm>
            <a:off x="968772" y="563748"/>
            <a:ext cx="3753745" cy="528400"/>
          </a:xfrm>
          <a:prstGeom prst="rect">
            <a:avLst/>
          </a:prstGeom>
          <a:noFill/>
          <a:ln>
            <a:noFill/>
          </a:ln>
        </p:spPr>
        <p:txBody>
          <a:bodyPr anchorCtr="0" anchor="b" bIns="0" lIns="0" spcFirstLastPara="1" rIns="0" wrap="square" tIns="0">
            <a:noAutofit/>
          </a:bodyPr>
          <a:lstStyle/>
          <a:p>
            <a:pPr indent="0" lvl="0" marL="0" rtl="0" algn="ctr">
              <a:spcBef>
                <a:spcPts val="0"/>
              </a:spcBef>
              <a:spcAft>
                <a:spcPts val="0"/>
              </a:spcAft>
              <a:buClr>
                <a:srgbClr val="3F3F3F"/>
              </a:buClr>
              <a:buSzPts val="3600"/>
              <a:buFont typeface="Bebas Neue"/>
              <a:buNone/>
            </a:pPr>
            <a:r>
              <a:rPr lang="en-US">
                <a:solidFill>
                  <a:srgbClr val="3F3F3F"/>
                </a:solidFill>
                <a:latin typeface="Bebas Neue"/>
                <a:ea typeface="Bebas Neue"/>
                <a:cs typeface="Bebas Neue"/>
                <a:sym typeface="Bebas Neue"/>
              </a:rPr>
              <a:t>Lane.py </a:t>
            </a:r>
            <a:endParaRPr>
              <a:solidFill>
                <a:srgbClr val="3F3F3F"/>
              </a:solidFill>
              <a:latin typeface="Bebas Neue"/>
              <a:ea typeface="Bebas Neue"/>
              <a:cs typeface="Bebas Neue"/>
              <a:sym typeface="Bebas Neue"/>
            </a:endParaRPr>
          </a:p>
        </p:txBody>
      </p:sp>
      <p:sp>
        <p:nvSpPr>
          <p:cNvPr id="256" name="Google Shape;256;p12"/>
          <p:cNvSpPr txBox="1"/>
          <p:nvPr>
            <p:ph idx="12" type="sldNum"/>
          </p:nvPr>
        </p:nvSpPr>
        <p:spPr>
          <a:xfrm>
            <a:off x="11205845" y="6231535"/>
            <a:ext cx="731600" cy="5248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chemeClr val="dk1"/>
              </a:buClr>
              <a:buSzPts val="1800"/>
              <a:buFont typeface="Arial"/>
              <a:buNone/>
            </a:pPr>
            <a:fld id="{00000000-1234-1234-1234-123412341234}" type="slidenum">
              <a:rPr lang="en-US"/>
              <a:t>‹#›</a:t>
            </a:fld>
            <a:endParaRPr/>
          </a:p>
        </p:txBody>
      </p:sp>
      <p:grpSp>
        <p:nvGrpSpPr>
          <p:cNvPr id="257" name="Google Shape;257;p12"/>
          <p:cNvGrpSpPr/>
          <p:nvPr/>
        </p:nvGrpSpPr>
        <p:grpSpPr>
          <a:xfrm>
            <a:off x="111540" y="453891"/>
            <a:ext cx="679039" cy="564901"/>
            <a:chOff x="1926350" y="995225"/>
            <a:chExt cx="428650" cy="356600"/>
          </a:xfrm>
        </p:grpSpPr>
        <p:sp>
          <p:nvSpPr>
            <p:cNvPr id="258" name="Google Shape;258;p12"/>
            <p:cNvSpPr/>
            <p:nvPr/>
          </p:nvSpPr>
          <p:spPr>
            <a:xfrm>
              <a:off x="1926350" y="1298075"/>
              <a:ext cx="208225" cy="53750"/>
            </a:xfrm>
            <a:custGeom>
              <a:rect b="b" l="l" r="r" t="t"/>
              <a:pathLst>
                <a:path extrusionOk="0" h="2150" w="8329">
                  <a:moveTo>
                    <a:pt x="0" y="0"/>
                  </a:moveTo>
                  <a:lnTo>
                    <a:pt x="0" y="489"/>
                  </a:lnTo>
                  <a:lnTo>
                    <a:pt x="25" y="635"/>
                  </a:lnTo>
                  <a:lnTo>
                    <a:pt x="74" y="758"/>
                  </a:lnTo>
                  <a:lnTo>
                    <a:pt x="147" y="855"/>
                  </a:lnTo>
                  <a:lnTo>
                    <a:pt x="245" y="953"/>
                  </a:lnTo>
                  <a:lnTo>
                    <a:pt x="391" y="1026"/>
                  </a:lnTo>
                  <a:lnTo>
                    <a:pt x="562" y="1051"/>
                  </a:lnTo>
                  <a:lnTo>
                    <a:pt x="733" y="1026"/>
                  </a:lnTo>
                  <a:lnTo>
                    <a:pt x="1295" y="855"/>
                  </a:lnTo>
                  <a:lnTo>
                    <a:pt x="1661" y="782"/>
                  </a:lnTo>
                  <a:lnTo>
                    <a:pt x="2076" y="684"/>
                  </a:lnTo>
                  <a:lnTo>
                    <a:pt x="2540" y="611"/>
                  </a:lnTo>
                  <a:lnTo>
                    <a:pt x="3029" y="562"/>
                  </a:lnTo>
                  <a:lnTo>
                    <a:pt x="3591" y="513"/>
                  </a:lnTo>
                  <a:lnTo>
                    <a:pt x="4177" y="489"/>
                  </a:lnTo>
                  <a:lnTo>
                    <a:pt x="4616" y="513"/>
                  </a:lnTo>
                  <a:lnTo>
                    <a:pt x="5032" y="538"/>
                  </a:lnTo>
                  <a:lnTo>
                    <a:pt x="5422" y="611"/>
                  </a:lnTo>
                  <a:lnTo>
                    <a:pt x="5789" y="684"/>
                  </a:lnTo>
                  <a:lnTo>
                    <a:pt x="6131" y="782"/>
                  </a:lnTo>
                  <a:lnTo>
                    <a:pt x="6448" y="880"/>
                  </a:lnTo>
                  <a:lnTo>
                    <a:pt x="6717" y="1002"/>
                  </a:lnTo>
                  <a:lnTo>
                    <a:pt x="6985" y="1124"/>
                  </a:lnTo>
                  <a:lnTo>
                    <a:pt x="7205" y="1246"/>
                  </a:lnTo>
                  <a:lnTo>
                    <a:pt x="7425" y="1393"/>
                  </a:lnTo>
                  <a:lnTo>
                    <a:pt x="7791" y="1661"/>
                  </a:lnTo>
                  <a:lnTo>
                    <a:pt x="8084" y="1930"/>
                  </a:lnTo>
                  <a:lnTo>
                    <a:pt x="8329" y="2150"/>
                  </a:lnTo>
                  <a:lnTo>
                    <a:pt x="8329" y="1661"/>
                  </a:lnTo>
                  <a:lnTo>
                    <a:pt x="8084" y="1441"/>
                  </a:lnTo>
                  <a:lnTo>
                    <a:pt x="7791" y="1173"/>
                  </a:lnTo>
                  <a:lnTo>
                    <a:pt x="7425" y="904"/>
                  </a:lnTo>
                  <a:lnTo>
                    <a:pt x="7205" y="758"/>
                  </a:lnTo>
                  <a:lnTo>
                    <a:pt x="6985" y="635"/>
                  </a:lnTo>
                  <a:lnTo>
                    <a:pt x="6717" y="513"/>
                  </a:lnTo>
                  <a:lnTo>
                    <a:pt x="6448" y="391"/>
                  </a:lnTo>
                  <a:lnTo>
                    <a:pt x="6131" y="294"/>
                  </a:lnTo>
                  <a:lnTo>
                    <a:pt x="5789" y="196"/>
                  </a:lnTo>
                  <a:lnTo>
                    <a:pt x="5422" y="123"/>
                  </a:lnTo>
                  <a:lnTo>
                    <a:pt x="5032" y="49"/>
                  </a:lnTo>
                  <a:lnTo>
                    <a:pt x="4616" y="25"/>
                  </a:lnTo>
                  <a:lnTo>
                    <a:pt x="4177" y="0"/>
                  </a:lnTo>
                  <a:lnTo>
                    <a:pt x="3591" y="25"/>
                  </a:lnTo>
                  <a:lnTo>
                    <a:pt x="3029" y="74"/>
                  </a:lnTo>
                  <a:lnTo>
                    <a:pt x="2540" y="123"/>
                  </a:lnTo>
                  <a:lnTo>
                    <a:pt x="2076" y="196"/>
                  </a:lnTo>
                  <a:lnTo>
                    <a:pt x="1661" y="294"/>
                  </a:lnTo>
                  <a:lnTo>
                    <a:pt x="1295" y="367"/>
                  </a:lnTo>
                  <a:lnTo>
                    <a:pt x="733" y="538"/>
                  </a:lnTo>
                  <a:lnTo>
                    <a:pt x="562" y="562"/>
                  </a:lnTo>
                  <a:lnTo>
                    <a:pt x="391" y="538"/>
                  </a:lnTo>
                  <a:lnTo>
                    <a:pt x="245" y="465"/>
                  </a:lnTo>
                  <a:lnTo>
                    <a:pt x="147" y="367"/>
                  </a:lnTo>
                  <a:lnTo>
                    <a:pt x="74" y="269"/>
                  </a:lnTo>
                  <a:lnTo>
                    <a:pt x="25" y="147"/>
                  </a:lnTo>
                  <a:lnTo>
                    <a:pt x="0" y="0"/>
                  </a:lnTo>
                  <a:close/>
                </a:path>
              </a:pathLst>
            </a:custGeom>
            <a:solidFill>
              <a:schemeClr val="lt1"/>
            </a:solidFill>
            <a:ln>
              <a:noFill/>
            </a:ln>
            <a:effectLst>
              <a:outerShdw blurRad="28575" rotWithShape="0" algn="bl" dir="2700000" dist="19050">
                <a:schemeClr val="dk1">
                  <a:alpha val="20000"/>
                </a:schemeClr>
              </a:outerShdw>
            </a:effectLst>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259" name="Google Shape;259;p12"/>
            <p:cNvSpPr/>
            <p:nvPr/>
          </p:nvSpPr>
          <p:spPr>
            <a:xfrm>
              <a:off x="2146775" y="1298075"/>
              <a:ext cx="208225" cy="53750"/>
            </a:xfrm>
            <a:custGeom>
              <a:rect b="b" l="l" r="r" t="t"/>
              <a:pathLst>
                <a:path extrusionOk="0" h="2150" w="8329">
                  <a:moveTo>
                    <a:pt x="4152" y="0"/>
                  </a:moveTo>
                  <a:lnTo>
                    <a:pt x="3712" y="25"/>
                  </a:lnTo>
                  <a:lnTo>
                    <a:pt x="3297" y="49"/>
                  </a:lnTo>
                  <a:lnTo>
                    <a:pt x="2907" y="123"/>
                  </a:lnTo>
                  <a:lnTo>
                    <a:pt x="2540" y="196"/>
                  </a:lnTo>
                  <a:lnTo>
                    <a:pt x="2198" y="294"/>
                  </a:lnTo>
                  <a:lnTo>
                    <a:pt x="1881" y="391"/>
                  </a:lnTo>
                  <a:lnTo>
                    <a:pt x="1612" y="513"/>
                  </a:lnTo>
                  <a:lnTo>
                    <a:pt x="1343" y="635"/>
                  </a:lnTo>
                  <a:lnTo>
                    <a:pt x="1124" y="758"/>
                  </a:lnTo>
                  <a:lnTo>
                    <a:pt x="904" y="904"/>
                  </a:lnTo>
                  <a:lnTo>
                    <a:pt x="537" y="1173"/>
                  </a:lnTo>
                  <a:lnTo>
                    <a:pt x="244" y="1441"/>
                  </a:lnTo>
                  <a:lnTo>
                    <a:pt x="0" y="1661"/>
                  </a:lnTo>
                  <a:lnTo>
                    <a:pt x="0" y="2150"/>
                  </a:lnTo>
                  <a:lnTo>
                    <a:pt x="244" y="1930"/>
                  </a:lnTo>
                  <a:lnTo>
                    <a:pt x="537" y="1661"/>
                  </a:lnTo>
                  <a:lnTo>
                    <a:pt x="904" y="1393"/>
                  </a:lnTo>
                  <a:lnTo>
                    <a:pt x="1124" y="1246"/>
                  </a:lnTo>
                  <a:lnTo>
                    <a:pt x="1343" y="1124"/>
                  </a:lnTo>
                  <a:lnTo>
                    <a:pt x="1612" y="1002"/>
                  </a:lnTo>
                  <a:lnTo>
                    <a:pt x="1881" y="880"/>
                  </a:lnTo>
                  <a:lnTo>
                    <a:pt x="2198" y="782"/>
                  </a:lnTo>
                  <a:lnTo>
                    <a:pt x="2540" y="684"/>
                  </a:lnTo>
                  <a:lnTo>
                    <a:pt x="2907" y="611"/>
                  </a:lnTo>
                  <a:lnTo>
                    <a:pt x="3297" y="538"/>
                  </a:lnTo>
                  <a:lnTo>
                    <a:pt x="3712" y="513"/>
                  </a:lnTo>
                  <a:lnTo>
                    <a:pt x="4152" y="489"/>
                  </a:lnTo>
                  <a:lnTo>
                    <a:pt x="4738" y="513"/>
                  </a:lnTo>
                  <a:lnTo>
                    <a:pt x="5300" y="562"/>
                  </a:lnTo>
                  <a:lnTo>
                    <a:pt x="5788" y="611"/>
                  </a:lnTo>
                  <a:lnTo>
                    <a:pt x="6252" y="684"/>
                  </a:lnTo>
                  <a:lnTo>
                    <a:pt x="6668" y="782"/>
                  </a:lnTo>
                  <a:lnTo>
                    <a:pt x="7034" y="855"/>
                  </a:lnTo>
                  <a:lnTo>
                    <a:pt x="7596" y="1026"/>
                  </a:lnTo>
                  <a:lnTo>
                    <a:pt x="7767" y="1051"/>
                  </a:lnTo>
                  <a:lnTo>
                    <a:pt x="7938" y="1026"/>
                  </a:lnTo>
                  <a:lnTo>
                    <a:pt x="8084" y="953"/>
                  </a:lnTo>
                  <a:lnTo>
                    <a:pt x="8182" y="855"/>
                  </a:lnTo>
                  <a:lnTo>
                    <a:pt x="8255" y="758"/>
                  </a:lnTo>
                  <a:lnTo>
                    <a:pt x="8304" y="635"/>
                  </a:lnTo>
                  <a:lnTo>
                    <a:pt x="8328" y="489"/>
                  </a:lnTo>
                  <a:lnTo>
                    <a:pt x="8328" y="0"/>
                  </a:lnTo>
                  <a:lnTo>
                    <a:pt x="8304" y="147"/>
                  </a:lnTo>
                  <a:lnTo>
                    <a:pt x="8255" y="269"/>
                  </a:lnTo>
                  <a:lnTo>
                    <a:pt x="8182" y="367"/>
                  </a:lnTo>
                  <a:lnTo>
                    <a:pt x="8084" y="465"/>
                  </a:lnTo>
                  <a:lnTo>
                    <a:pt x="7938" y="538"/>
                  </a:lnTo>
                  <a:lnTo>
                    <a:pt x="7767" y="562"/>
                  </a:lnTo>
                  <a:lnTo>
                    <a:pt x="7596" y="538"/>
                  </a:lnTo>
                  <a:lnTo>
                    <a:pt x="7034" y="367"/>
                  </a:lnTo>
                  <a:lnTo>
                    <a:pt x="6668" y="294"/>
                  </a:lnTo>
                  <a:lnTo>
                    <a:pt x="6252" y="196"/>
                  </a:lnTo>
                  <a:lnTo>
                    <a:pt x="5788" y="123"/>
                  </a:lnTo>
                  <a:lnTo>
                    <a:pt x="5300" y="74"/>
                  </a:lnTo>
                  <a:lnTo>
                    <a:pt x="4738" y="25"/>
                  </a:lnTo>
                  <a:lnTo>
                    <a:pt x="4152" y="0"/>
                  </a:lnTo>
                  <a:close/>
                </a:path>
              </a:pathLst>
            </a:custGeom>
            <a:solidFill>
              <a:schemeClr val="lt1"/>
            </a:solidFill>
            <a:ln>
              <a:noFill/>
            </a:ln>
            <a:effectLst>
              <a:outerShdw blurRad="28575" rotWithShape="0" algn="bl" dir="2700000" dist="19050">
                <a:schemeClr val="dk1">
                  <a:alpha val="20000"/>
                </a:schemeClr>
              </a:outerShdw>
            </a:effectLst>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260" name="Google Shape;260;p12"/>
            <p:cNvSpPr/>
            <p:nvPr/>
          </p:nvSpPr>
          <p:spPr>
            <a:xfrm>
              <a:off x="1926350" y="995225"/>
              <a:ext cx="208225" cy="332175"/>
            </a:xfrm>
            <a:custGeom>
              <a:rect b="b" l="l" r="r" t="t"/>
              <a:pathLst>
                <a:path extrusionOk="0" h="13287" w="8329">
                  <a:moveTo>
                    <a:pt x="4177" y="1"/>
                  </a:moveTo>
                  <a:lnTo>
                    <a:pt x="3591" y="25"/>
                  </a:lnTo>
                  <a:lnTo>
                    <a:pt x="3029" y="74"/>
                  </a:lnTo>
                  <a:lnTo>
                    <a:pt x="2467" y="196"/>
                  </a:lnTo>
                  <a:lnTo>
                    <a:pt x="1905" y="343"/>
                  </a:lnTo>
                  <a:lnTo>
                    <a:pt x="1393" y="538"/>
                  </a:lnTo>
                  <a:lnTo>
                    <a:pt x="929" y="758"/>
                  </a:lnTo>
                  <a:lnTo>
                    <a:pt x="513" y="978"/>
                  </a:lnTo>
                  <a:lnTo>
                    <a:pt x="342" y="1124"/>
                  </a:lnTo>
                  <a:lnTo>
                    <a:pt x="196" y="1246"/>
                  </a:lnTo>
                  <a:lnTo>
                    <a:pt x="123" y="1319"/>
                  </a:lnTo>
                  <a:lnTo>
                    <a:pt x="49" y="1442"/>
                  </a:lnTo>
                  <a:lnTo>
                    <a:pt x="25" y="1539"/>
                  </a:lnTo>
                  <a:lnTo>
                    <a:pt x="0" y="1661"/>
                  </a:lnTo>
                  <a:lnTo>
                    <a:pt x="0" y="11626"/>
                  </a:lnTo>
                  <a:lnTo>
                    <a:pt x="25" y="11773"/>
                  </a:lnTo>
                  <a:lnTo>
                    <a:pt x="74" y="11895"/>
                  </a:lnTo>
                  <a:lnTo>
                    <a:pt x="147" y="11992"/>
                  </a:lnTo>
                  <a:lnTo>
                    <a:pt x="245" y="12090"/>
                  </a:lnTo>
                  <a:lnTo>
                    <a:pt x="391" y="12163"/>
                  </a:lnTo>
                  <a:lnTo>
                    <a:pt x="562" y="12188"/>
                  </a:lnTo>
                  <a:lnTo>
                    <a:pt x="733" y="12163"/>
                  </a:lnTo>
                  <a:lnTo>
                    <a:pt x="1295" y="11992"/>
                  </a:lnTo>
                  <a:lnTo>
                    <a:pt x="1661" y="11919"/>
                  </a:lnTo>
                  <a:lnTo>
                    <a:pt x="2076" y="11821"/>
                  </a:lnTo>
                  <a:lnTo>
                    <a:pt x="2540" y="11748"/>
                  </a:lnTo>
                  <a:lnTo>
                    <a:pt x="3029" y="11699"/>
                  </a:lnTo>
                  <a:lnTo>
                    <a:pt x="3591" y="11650"/>
                  </a:lnTo>
                  <a:lnTo>
                    <a:pt x="4177" y="11626"/>
                  </a:lnTo>
                  <a:lnTo>
                    <a:pt x="4616" y="11650"/>
                  </a:lnTo>
                  <a:lnTo>
                    <a:pt x="5032" y="11675"/>
                  </a:lnTo>
                  <a:lnTo>
                    <a:pt x="5422" y="11748"/>
                  </a:lnTo>
                  <a:lnTo>
                    <a:pt x="5789" y="11821"/>
                  </a:lnTo>
                  <a:lnTo>
                    <a:pt x="6131" y="11919"/>
                  </a:lnTo>
                  <a:lnTo>
                    <a:pt x="6448" y="12017"/>
                  </a:lnTo>
                  <a:lnTo>
                    <a:pt x="6717" y="12139"/>
                  </a:lnTo>
                  <a:lnTo>
                    <a:pt x="6985" y="12261"/>
                  </a:lnTo>
                  <a:lnTo>
                    <a:pt x="7205" y="12383"/>
                  </a:lnTo>
                  <a:lnTo>
                    <a:pt x="7425" y="12530"/>
                  </a:lnTo>
                  <a:lnTo>
                    <a:pt x="7791" y="12798"/>
                  </a:lnTo>
                  <a:lnTo>
                    <a:pt x="8084" y="13067"/>
                  </a:lnTo>
                  <a:lnTo>
                    <a:pt x="8329" y="13287"/>
                  </a:lnTo>
                  <a:lnTo>
                    <a:pt x="8329" y="2199"/>
                  </a:lnTo>
                  <a:lnTo>
                    <a:pt x="8329" y="2101"/>
                  </a:lnTo>
                  <a:lnTo>
                    <a:pt x="8280" y="1979"/>
                  </a:lnTo>
                  <a:lnTo>
                    <a:pt x="8231" y="1881"/>
                  </a:lnTo>
                  <a:lnTo>
                    <a:pt x="8158" y="1808"/>
                  </a:lnTo>
                  <a:lnTo>
                    <a:pt x="8036" y="1686"/>
                  </a:lnTo>
                  <a:lnTo>
                    <a:pt x="7767" y="1442"/>
                  </a:lnTo>
                  <a:lnTo>
                    <a:pt x="7449" y="1173"/>
                  </a:lnTo>
                  <a:lnTo>
                    <a:pt x="7083" y="904"/>
                  </a:lnTo>
                  <a:lnTo>
                    <a:pt x="6644" y="611"/>
                  </a:lnTo>
                  <a:lnTo>
                    <a:pt x="6375" y="489"/>
                  </a:lnTo>
                  <a:lnTo>
                    <a:pt x="6131" y="367"/>
                  </a:lnTo>
                  <a:lnTo>
                    <a:pt x="5838" y="269"/>
                  </a:lnTo>
                  <a:lnTo>
                    <a:pt x="5544" y="172"/>
                  </a:lnTo>
                  <a:lnTo>
                    <a:pt x="5227" y="98"/>
                  </a:lnTo>
                  <a:lnTo>
                    <a:pt x="4885" y="49"/>
                  </a:lnTo>
                  <a:lnTo>
                    <a:pt x="4543" y="1"/>
                  </a:lnTo>
                  <a:close/>
                </a:path>
              </a:pathLst>
            </a:custGeom>
            <a:solidFill>
              <a:schemeClr val="lt1"/>
            </a:solidFill>
            <a:ln>
              <a:noFill/>
            </a:ln>
            <a:effectLst>
              <a:outerShdw blurRad="28575" rotWithShape="0" algn="bl" dir="2700000" dist="19050">
                <a:schemeClr val="dk1">
                  <a:alpha val="20000"/>
                </a:schemeClr>
              </a:outerShdw>
            </a:effectLst>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261" name="Google Shape;261;p12"/>
            <p:cNvSpPr/>
            <p:nvPr/>
          </p:nvSpPr>
          <p:spPr>
            <a:xfrm>
              <a:off x="2146775" y="995225"/>
              <a:ext cx="208225" cy="332175"/>
            </a:xfrm>
            <a:custGeom>
              <a:rect b="b" l="l" r="r" t="t"/>
              <a:pathLst>
                <a:path extrusionOk="0" h="13287" w="8329">
                  <a:moveTo>
                    <a:pt x="3786" y="1"/>
                  </a:moveTo>
                  <a:lnTo>
                    <a:pt x="3444" y="49"/>
                  </a:lnTo>
                  <a:lnTo>
                    <a:pt x="3102" y="98"/>
                  </a:lnTo>
                  <a:lnTo>
                    <a:pt x="2784" y="172"/>
                  </a:lnTo>
                  <a:lnTo>
                    <a:pt x="2491" y="269"/>
                  </a:lnTo>
                  <a:lnTo>
                    <a:pt x="2198" y="367"/>
                  </a:lnTo>
                  <a:lnTo>
                    <a:pt x="1954" y="489"/>
                  </a:lnTo>
                  <a:lnTo>
                    <a:pt x="1685" y="611"/>
                  </a:lnTo>
                  <a:lnTo>
                    <a:pt x="1246" y="904"/>
                  </a:lnTo>
                  <a:lnTo>
                    <a:pt x="879" y="1173"/>
                  </a:lnTo>
                  <a:lnTo>
                    <a:pt x="562" y="1442"/>
                  </a:lnTo>
                  <a:lnTo>
                    <a:pt x="293" y="1686"/>
                  </a:lnTo>
                  <a:lnTo>
                    <a:pt x="171" y="1808"/>
                  </a:lnTo>
                  <a:lnTo>
                    <a:pt x="98" y="1881"/>
                  </a:lnTo>
                  <a:lnTo>
                    <a:pt x="49" y="1979"/>
                  </a:lnTo>
                  <a:lnTo>
                    <a:pt x="0" y="2101"/>
                  </a:lnTo>
                  <a:lnTo>
                    <a:pt x="0" y="2199"/>
                  </a:lnTo>
                  <a:lnTo>
                    <a:pt x="0" y="13287"/>
                  </a:lnTo>
                  <a:lnTo>
                    <a:pt x="244" y="13067"/>
                  </a:lnTo>
                  <a:lnTo>
                    <a:pt x="537" y="12798"/>
                  </a:lnTo>
                  <a:lnTo>
                    <a:pt x="904" y="12530"/>
                  </a:lnTo>
                  <a:lnTo>
                    <a:pt x="1124" y="12383"/>
                  </a:lnTo>
                  <a:lnTo>
                    <a:pt x="1343" y="12261"/>
                  </a:lnTo>
                  <a:lnTo>
                    <a:pt x="1612" y="12139"/>
                  </a:lnTo>
                  <a:lnTo>
                    <a:pt x="1881" y="12017"/>
                  </a:lnTo>
                  <a:lnTo>
                    <a:pt x="2198" y="11919"/>
                  </a:lnTo>
                  <a:lnTo>
                    <a:pt x="2540" y="11821"/>
                  </a:lnTo>
                  <a:lnTo>
                    <a:pt x="2907" y="11748"/>
                  </a:lnTo>
                  <a:lnTo>
                    <a:pt x="3297" y="11675"/>
                  </a:lnTo>
                  <a:lnTo>
                    <a:pt x="3712" y="11650"/>
                  </a:lnTo>
                  <a:lnTo>
                    <a:pt x="4152" y="11626"/>
                  </a:lnTo>
                  <a:lnTo>
                    <a:pt x="4738" y="11650"/>
                  </a:lnTo>
                  <a:lnTo>
                    <a:pt x="5300" y="11699"/>
                  </a:lnTo>
                  <a:lnTo>
                    <a:pt x="5788" y="11748"/>
                  </a:lnTo>
                  <a:lnTo>
                    <a:pt x="6252" y="11821"/>
                  </a:lnTo>
                  <a:lnTo>
                    <a:pt x="6668" y="11919"/>
                  </a:lnTo>
                  <a:lnTo>
                    <a:pt x="7034" y="11992"/>
                  </a:lnTo>
                  <a:lnTo>
                    <a:pt x="7596" y="12163"/>
                  </a:lnTo>
                  <a:lnTo>
                    <a:pt x="7767" y="12188"/>
                  </a:lnTo>
                  <a:lnTo>
                    <a:pt x="7938" y="12163"/>
                  </a:lnTo>
                  <a:lnTo>
                    <a:pt x="8084" y="12090"/>
                  </a:lnTo>
                  <a:lnTo>
                    <a:pt x="8182" y="11992"/>
                  </a:lnTo>
                  <a:lnTo>
                    <a:pt x="8255" y="11895"/>
                  </a:lnTo>
                  <a:lnTo>
                    <a:pt x="8304" y="11773"/>
                  </a:lnTo>
                  <a:lnTo>
                    <a:pt x="8328" y="11626"/>
                  </a:lnTo>
                  <a:lnTo>
                    <a:pt x="8328" y="1661"/>
                  </a:lnTo>
                  <a:lnTo>
                    <a:pt x="8304" y="1539"/>
                  </a:lnTo>
                  <a:lnTo>
                    <a:pt x="8280" y="1442"/>
                  </a:lnTo>
                  <a:lnTo>
                    <a:pt x="8206" y="1319"/>
                  </a:lnTo>
                  <a:lnTo>
                    <a:pt x="8133" y="1246"/>
                  </a:lnTo>
                  <a:lnTo>
                    <a:pt x="7987" y="1124"/>
                  </a:lnTo>
                  <a:lnTo>
                    <a:pt x="7816" y="978"/>
                  </a:lnTo>
                  <a:lnTo>
                    <a:pt x="7400" y="758"/>
                  </a:lnTo>
                  <a:lnTo>
                    <a:pt x="6936" y="538"/>
                  </a:lnTo>
                  <a:lnTo>
                    <a:pt x="6423" y="343"/>
                  </a:lnTo>
                  <a:lnTo>
                    <a:pt x="5862" y="196"/>
                  </a:lnTo>
                  <a:lnTo>
                    <a:pt x="5300" y="74"/>
                  </a:lnTo>
                  <a:lnTo>
                    <a:pt x="4738" y="25"/>
                  </a:lnTo>
                  <a:lnTo>
                    <a:pt x="4152" y="1"/>
                  </a:lnTo>
                  <a:close/>
                </a:path>
              </a:pathLst>
            </a:custGeom>
            <a:solidFill>
              <a:schemeClr val="lt1"/>
            </a:solidFill>
            <a:ln>
              <a:noFill/>
            </a:ln>
            <a:effectLst>
              <a:outerShdw blurRad="28575" rotWithShape="0" algn="bl" dir="2700000" dist="19050">
                <a:schemeClr val="dk1">
                  <a:alpha val="20000"/>
                </a:schemeClr>
              </a:outerShdw>
            </a:effectLst>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grpSp>
      <p:sp>
        <p:nvSpPr>
          <p:cNvPr id="262" name="Google Shape;262;p12"/>
          <p:cNvSpPr txBox="1"/>
          <p:nvPr>
            <p:ph idx="1" type="body"/>
          </p:nvPr>
        </p:nvSpPr>
        <p:spPr>
          <a:xfrm>
            <a:off x="5708071" y="1475148"/>
            <a:ext cx="6356277" cy="1231106"/>
          </a:xfrm>
          <a:prstGeom prst="rect">
            <a:avLst/>
          </a:prstGeom>
          <a:noFill/>
          <a:ln cap="flat" cmpd="sng" w="9525">
            <a:solidFill>
              <a:schemeClr val="lt2"/>
            </a:solidFill>
            <a:prstDash val="dash"/>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Clr>
                <a:srgbClr val="0C0C0C"/>
              </a:buClr>
              <a:buSzPts val="1600"/>
              <a:buFont typeface="Arial"/>
              <a:buNone/>
            </a:pPr>
            <a:r>
              <a:rPr b="0" i="0" lang="en-US" sz="1600" u="none" cap="none" strike="noStrike">
                <a:solidFill>
                  <a:srgbClr val="0C0C0C"/>
                </a:solidFill>
                <a:latin typeface="Arial"/>
                <a:ea typeface="Arial"/>
                <a:cs typeface="Arial"/>
                <a:sym typeface="Arial"/>
              </a:rPr>
              <a:t>Identifying Region of interest in the beginning of the program manually</a:t>
            </a:r>
            <a:endParaRPr/>
          </a:p>
          <a:p>
            <a:pPr indent="0" lvl="0" marL="0" marR="0" rtl="0" algn="l">
              <a:spcBef>
                <a:spcPts val="0"/>
              </a:spcBef>
              <a:spcAft>
                <a:spcPts val="0"/>
              </a:spcAft>
              <a:buClr>
                <a:srgbClr val="0C0C0C"/>
              </a:buClr>
              <a:buSzPts val="1600"/>
              <a:buFont typeface="Arial"/>
              <a:buNone/>
            </a:pPr>
            <a:r>
              <a:rPr b="0" i="0" lang="en-US" sz="1600" u="none" cap="none" strike="noStrike">
                <a:solidFill>
                  <a:srgbClr val="0C0C0C"/>
                </a:solidFill>
                <a:latin typeface="Arial"/>
                <a:ea typeface="Arial"/>
                <a:cs typeface="Arial"/>
                <a:sym typeface="Arial"/>
              </a:rPr>
              <a:t>To reduce time and error in the final output.</a:t>
            </a:r>
            <a:endParaRPr/>
          </a:p>
          <a:p>
            <a:pPr indent="0" lvl="0" marL="0" marR="0" rtl="0" algn="l">
              <a:spcBef>
                <a:spcPts val="0"/>
              </a:spcBef>
              <a:spcAft>
                <a:spcPts val="0"/>
              </a:spcAft>
              <a:buClr>
                <a:srgbClr val="0C0C0C"/>
              </a:buClr>
              <a:buSzPts val="1600"/>
              <a:buFont typeface="Arial"/>
              <a:buNone/>
            </a:pPr>
            <a:r>
              <a:rPr b="0" i="0" lang="en-US" sz="1600" u="none" cap="none" strike="noStrike">
                <a:solidFill>
                  <a:srgbClr val="0C0C0C"/>
                </a:solidFill>
                <a:latin typeface="Arial"/>
                <a:ea typeface="Arial"/>
                <a:cs typeface="Arial"/>
                <a:sym typeface="Arial"/>
              </a:rPr>
              <a:t>Since the position of camera and road are known, it can be calibrated with ease.</a:t>
            </a:r>
            <a:endParaRPr/>
          </a:p>
          <a:p>
            <a:pPr indent="0" lvl="0" marL="0" marR="0" rtl="0" algn="l">
              <a:spcBef>
                <a:spcPts val="0"/>
              </a:spcBef>
              <a:spcAft>
                <a:spcPts val="0"/>
              </a:spcAft>
              <a:buClr>
                <a:srgbClr val="0C0C0C"/>
              </a:buClr>
              <a:buSzPts val="1600"/>
              <a:buFont typeface="Arial"/>
              <a:buNone/>
            </a:pPr>
            <a:r>
              <a:rPr b="0" i="0" lang="en-US" sz="1600" u="none" cap="none" strike="noStrike">
                <a:solidFill>
                  <a:srgbClr val="0C0C0C"/>
                </a:solidFill>
                <a:latin typeface="Arial"/>
                <a:ea typeface="Arial"/>
                <a:cs typeface="Arial"/>
                <a:sym typeface="Arial"/>
              </a:rPr>
              <a:t>A small image plotting function can help.</a:t>
            </a:r>
            <a:endParaRPr b="0" i="0" sz="1600" u="none" cap="none" strike="noStrike">
              <a:solidFill>
                <a:srgbClr val="0C0C0C"/>
              </a:solidFill>
              <a:latin typeface="Arial"/>
              <a:ea typeface="Arial"/>
              <a:cs typeface="Arial"/>
              <a:sym typeface="Arial"/>
            </a:endParaRPr>
          </a:p>
        </p:txBody>
      </p:sp>
      <p:sp>
        <p:nvSpPr>
          <p:cNvPr id="263" name="Google Shape;263;p12"/>
          <p:cNvSpPr/>
          <p:nvPr/>
        </p:nvSpPr>
        <p:spPr>
          <a:xfrm>
            <a:off x="5708070" y="3083289"/>
            <a:ext cx="5938985" cy="2923877"/>
          </a:xfrm>
          <a:prstGeom prst="rect">
            <a:avLst/>
          </a:prstGeom>
          <a:noFill/>
          <a:ln cap="flat" cmpd="sng" w="9525">
            <a:solidFill>
              <a:schemeClr val="lt2"/>
            </a:solidFill>
            <a:prstDash val="lgDash"/>
            <a:miter lim="800000"/>
            <a:headEnd len="sm" w="sm" type="none"/>
            <a:tailEnd len="sm" w="sm" type="none"/>
          </a:ln>
        </p:spPr>
        <p:txBody>
          <a:bodyPr anchorCtr="0" anchor="ctr" bIns="0" lIns="0" spcFirstLastPara="1" rIns="0" wrap="square" tIns="0">
            <a:spAutoFit/>
          </a:bodyPr>
          <a:lstStyle/>
          <a:p>
            <a:pPr indent="-380990" lvl="0" marL="380990" marR="0" rtl="0" algn="l">
              <a:spcBef>
                <a:spcPts val="0"/>
              </a:spcBef>
              <a:spcAft>
                <a:spcPts val="0"/>
              </a:spcAft>
              <a:buClr>
                <a:srgbClr val="0C0C0C"/>
              </a:buClr>
              <a:buSzPts val="1600"/>
              <a:buFont typeface="Arial"/>
              <a:buChar char="•"/>
            </a:pPr>
            <a:r>
              <a:rPr lang="en-US" sz="1600">
                <a:solidFill>
                  <a:srgbClr val="0C0C0C"/>
                </a:solidFill>
                <a:latin typeface="Arial"/>
                <a:ea typeface="Arial"/>
                <a:cs typeface="Arial"/>
                <a:sym typeface="Arial"/>
              </a:rPr>
              <a:t>A high saturation value means the hue color is pure. We expect lane lines to be nice, pure colors, such as solid white and solid yellow. Both solid white and solid yellow, have high saturation channel values. </a:t>
            </a:r>
            <a:endParaRPr sz="1600">
              <a:solidFill>
                <a:srgbClr val="0C0C0C"/>
              </a:solidFill>
              <a:latin typeface="Arial"/>
              <a:ea typeface="Arial"/>
              <a:cs typeface="Arial"/>
              <a:sym typeface="Arial"/>
            </a:endParaRPr>
          </a:p>
          <a:p>
            <a:pPr indent="-380990" lvl="0" marL="380990" marR="0" rtl="0" algn="l">
              <a:spcBef>
                <a:spcPts val="0"/>
              </a:spcBef>
              <a:spcAft>
                <a:spcPts val="0"/>
              </a:spcAft>
              <a:buClr>
                <a:srgbClr val="0C0C0C"/>
              </a:buClr>
              <a:buSzPts val="1600"/>
              <a:buFont typeface="Arial"/>
              <a:buChar char="•"/>
            </a:pPr>
            <a:r>
              <a:rPr lang="en-US" sz="1600">
                <a:solidFill>
                  <a:srgbClr val="0C0C0C"/>
                </a:solidFill>
                <a:latin typeface="Arial"/>
                <a:ea typeface="Arial"/>
                <a:cs typeface="Arial"/>
                <a:sym typeface="Arial"/>
              </a:rPr>
              <a:t>Binary thresholding generates an image that is full of 0s (black) and 255 (white) intensity values. Pixels with high saturation values (e.g. &gt; 80 on a scale from 0 to 255) will be set to white, while everything else will be set to black.</a:t>
            </a:r>
            <a:endParaRPr/>
          </a:p>
          <a:p>
            <a:pPr indent="-380990" lvl="0" marL="380990" marR="0" rtl="0" algn="l">
              <a:spcBef>
                <a:spcPts val="0"/>
              </a:spcBef>
              <a:spcAft>
                <a:spcPts val="0"/>
              </a:spcAft>
              <a:buClr>
                <a:srgbClr val="0C0C0C"/>
              </a:buClr>
              <a:buSzPts val="1600"/>
              <a:buFont typeface="Arial"/>
              <a:buChar char="•"/>
            </a:pPr>
            <a:r>
              <a:rPr lang="en-US" sz="1600">
                <a:solidFill>
                  <a:srgbClr val="0C0C0C"/>
                </a:solidFill>
                <a:latin typeface="Arial"/>
                <a:ea typeface="Arial"/>
                <a:cs typeface="Arial"/>
                <a:sym typeface="Arial"/>
              </a:rPr>
              <a:t>We can adjust this value based on the quality of image or the time of day or the weather.</a:t>
            </a:r>
            <a:endParaRPr/>
          </a:p>
          <a:p>
            <a:pPr indent="-380990" lvl="0" marL="380990" marR="0" rtl="0" algn="l">
              <a:spcBef>
                <a:spcPts val="0"/>
              </a:spcBef>
              <a:spcAft>
                <a:spcPts val="0"/>
              </a:spcAft>
              <a:buClr>
                <a:srgbClr val="0C0C0C"/>
              </a:buClr>
              <a:buSzPts val="1600"/>
              <a:buFont typeface="Arial"/>
              <a:buChar char="•"/>
            </a:pPr>
            <a:r>
              <a:rPr lang="en-US" sz="1600">
                <a:solidFill>
                  <a:srgbClr val="0C0C0C"/>
                </a:solidFill>
                <a:latin typeface="Arial"/>
                <a:ea typeface="Arial"/>
                <a:cs typeface="Arial"/>
                <a:sym typeface="Arial"/>
              </a:rPr>
              <a:t>Instruction in focus is – </a:t>
            </a:r>
            <a:endParaRPr/>
          </a:p>
          <a:p>
            <a:pPr indent="0" lvl="0" marL="0" marR="0" rtl="0" algn="ctr">
              <a:spcBef>
                <a:spcPts val="0"/>
              </a:spcBef>
              <a:spcAft>
                <a:spcPts val="0"/>
              </a:spcAft>
              <a:buNone/>
            </a:pPr>
            <a:r>
              <a:rPr lang="en-US" sz="1400">
                <a:solidFill>
                  <a:srgbClr val="0C0C0C"/>
                </a:solidFill>
                <a:latin typeface="Fira Code"/>
                <a:ea typeface="Fira Code"/>
                <a:cs typeface="Fira Code"/>
                <a:sym typeface="Fira Code"/>
              </a:rPr>
              <a:t>_, s_binary = edge.threshold(s_channel, (80, 255))</a:t>
            </a:r>
            <a:endParaRPr/>
          </a:p>
        </p:txBody>
      </p:sp>
      <p:pic>
        <p:nvPicPr>
          <p:cNvPr id="264" name="Google Shape;264;p12"/>
          <p:cNvPicPr preferRelativeResize="0"/>
          <p:nvPr/>
        </p:nvPicPr>
        <p:blipFill rotWithShape="1">
          <a:blip r:embed="rId3">
            <a:alphaModFix/>
          </a:blip>
          <a:srcRect b="0" l="0" r="0" t="0"/>
          <a:stretch/>
        </p:blipFill>
        <p:spPr>
          <a:xfrm>
            <a:off x="111539" y="3083289"/>
            <a:ext cx="5374197" cy="2917421"/>
          </a:xfrm>
          <a:prstGeom prst="rect">
            <a:avLst/>
          </a:prstGeom>
          <a:noFill/>
          <a:ln>
            <a:noFill/>
          </a:ln>
        </p:spPr>
      </p:pic>
      <p:pic>
        <p:nvPicPr>
          <p:cNvPr id="265" name="Google Shape;265;p12"/>
          <p:cNvPicPr preferRelativeResize="0"/>
          <p:nvPr/>
        </p:nvPicPr>
        <p:blipFill rotWithShape="1">
          <a:blip r:embed="rId4">
            <a:alphaModFix/>
          </a:blip>
          <a:srcRect b="0" l="0" r="0" t="0"/>
          <a:stretch/>
        </p:blipFill>
        <p:spPr>
          <a:xfrm>
            <a:off x="111539" y="1498545"/>
            <a:ext cx="5315563" cy="120770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13"/>
          <p:cNvSpPr txBox="1"/>
          <p:nvPr>
            <p:ph type="title"/>
          </p:nvPr>
        </p:nvSpPr>
        <p:spPr>
          <a:xfrm>
            <a:off x="1009649" y="597006"/>
            <a:ext cx="2717559" cy="528400"/>
          </a:xfrm>
          <a:prstGeom prst="rect">
            <a:avLst/>
          </a:prstGeom>
          <a:noFill/>
          <a:ln>
            <a:noFill/>
          </a:ln>
        </p:spPr>
        <p:txBody>
          <a:bodyPr anchorCtr="0" anchor="b" bIns="0" lIns="0" spcFirstLastPara="1" rIns="0" wrap="square" tIns="0">
            <a:noAutofit/>
          </a:bodyPr>
          <a:lstStyle/>
          <a:p>
            <a:pPr indent="0" lvl="0" marL="0" rtl="0" algn="ctr">
              <a:spcBef>
                <a:spcPts val="0"/>
              </a:spcBef>
              <a:spcAft>
                <a:spcPts val="0"/>
              </a:spcAft>
              <a:buClr>
                <a:srgbClr val="3F3F3F"/>
              </a:buClr>
              <a:buSzPts val="3600"/>
              <a:buFont typeface="Bebas Neue"/>
              <a:buNone/>
            </a:pPr>
            <a:r>
              <a:rPr lang="en-US">
                <a:solidFill>
                  <a:srgbClr val="3F3F3F"/>
                </a:solidFill>
                <a:latin typeface="Bebas Neue"/>
                <a:ea typeface="Bebas Neue"/>
                <a:cs typeface="Bebas Neue"/>
                <a:sym typeface="Bebas Neue"/>
              </a:rPr>
              <a:t>References</a:t>
            </a:r>
            <a:endParaRPr>
              <a:solidFill>
                <a:srgbClr val="3F3F3F"/>
              </a:solidFill>
              <a:latin typeface="Bebas Neue"/>
              <a:ea typeface="Bebas Neue"/>
              <a:cs typeface="Bebas Neue"/>
              <a:sym typeface="Bebas Neue"/>
            </a:endParaRPr>
          </a:p>
        </p:txBody>
      </p:sp>
      <p:sp>
        <p:nvSpPr>
          <p:cNvPr id="271" name="Google Shape;271;p13"/>
          <p:cNvSpPr txBox="1"/>
          <p:nvPr>
            <p:ph idx="12" type="sldNum"/>
          </p:nvPr>
        </p:nvSpPr>
        <p:spPr>
          <a:xfrm>
            <a:off x="11205845" y="6231535"/>
            <a:ext cx="731600" cy="5248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chemeClr val="dk1"/>
              </a:buClr>
              <a:buSzPts val="1800"/>
              <a:buFont typeface="Arial"/>
              <a:buNone/>
            </a:pPr>
            <a:fld id="{00000000-1234-1234-1234-123412341234}" type="slidenum">
              <a:rPr lang="en-US"/>
              <a:t>‹#›</a:t>
            </a:fld>
            <a:endParaRPr/>
          </a:p>
        </p:txBody>
      </p:sp>
      <p:grpSp>
        <p:nvGrpSpPr>
          <p:cNvPr id="272" name="Google Shape;272;p13"/>
          <p:cNvGrpSpPr/>
          <p:nvPr/>
        </p:nvGrpSpPr>
        <p:grpSpPr>
          <a:xfrm>
            <a:off x="215321" y="505610"/>
            <a:ext cx="679039" cy="564901"/>
            <a:chOff x="1926350" y="995225"/>
            <a:chExt cx="428650" cy="356600"/>
          </a:xfrm>
        </p:grpSpPr>
        <p:sp>
          <p:nvSpPr>
            <p:cNvPr id="273" name="Google Shape;273;p13"/>
            <p:cNvSpPr/>
            <p:nvPr/>
          </p:nvSpPr>
          <p:spPr>
            <a:xfrm>
              <a:off x="1926350" y="1298075"/>
              <a:ext cx="208225" cy="53750"/>
            </a:xfrm>
            <a:custGeom>
              <a:rect b="b" l="l" r="r" t="t"/>
              <a:pathLst>
                <a:path extrusionOk="0" h="2150" w="8329">
                  <a:moveTo>
                    <a:pt x="0" y="0"/>
                  </a:moveTo>
                  <a:lnTo>
                    <a:pt x="0" y="489"/>
                  </a:lnTo>
                  <a:lnTo>
                    <a:pt x="25" y="635"/>
                  </a:lnTo>
                  <a:lnTo>
                    <a:pt x="74" y="758"/>
                  </a:lnTo>
                  <a:lnTo>
                    <a:pt x="147" y="855"/>
                  </a:lnTo>
                  <a:lnTo>
                    <a:pt x="245" y="953"/>
                  </a:lnTo>
                  <a:lnTo>
                    <a:pt x="391" y="1026"/>
                  </a:lnTo>
                  <a:lnTo>
                    <a:pt x="562" y="1051"/>
                  </a:lnTo>
                  <a:lnTo>
                    <a:pt x="733" y="1026"/>
                  </a:lnTo>
                  <a:lnTo>
                    <a:pt x="1295" y="855"/>
                  </a:lnTo>
                  <a:lnTo>
                    <a:pt x="1661" y="782"/>
                  </a:lnTo>
                  <a:lnTo>
                    <a:pt x="2076" y="684"/>
                  </a:lnTo>
                  <a:lnTo>
                    <a:pt x="2540" y="611"/>
                  </a:lnTo>
                  <a:lnTo>
                    <a:pt x="3029" y="562"/>
                  </a:lnTo>
                  <a:lnTo>
                    <a:pt x="3591" y="513"/>
                  </a:lnTo>
                  <a:lnTo>
                    <a:pt x="4177" y="489"/>
                  </a:lnTo>
                  <a:lnTo>
                    <a:pt x="4616" y="513"/>
                  </a:lnTo>
                  <a:lnTo>
                    <a:pt x="5032" y="538"/>
                  </a:lnTo>
                  <a:lnTo>
                    <a:pt x="5422" y="611"/>
                  </a:lnTo>
                  <a:lnTo>
                    <a:pt x="5789" y="684"/>
                  </a:lnTo>
                  <a:lnTo>
                    <a:pt x="6131" y="782"/>
                  </a:lnTo>
                  <a:lnTo>
                    <a:pt x="6448" y="880"/>
                  </a:lnTo>
                  <a:lnTo>
                    <a:pt x="6717" y="1002"/>
                  </a:lnTo>
                  <a:lnTo>
                    <a:pt x="6985" y="1124"/>
                  </a:lnTo>
                  <a:lnTo>
                    <a:pt x="7205" y="1246"/>
                  </a:lnTo>
                  <a:lnTo>
                    <a:pt x="7425" y="1393"/>
                  </a:lnTo>
                  <a:lnTo>
                    <a:pt x="7791" y="1661"/>
                  </a:lnTo>
                  <a:lnTo>
                    <a:pt x="8084" y="1930"/>
                  </a:lnTo>
                  <a:lnTo>
                    <a:pt x="8329" y="2150"/>
                  </a:lnTo>
                  <a:lnTo>
                    <a:pt x="8329" y="1661"/>
                  </a:lnTo>
                  <a:lnTo>
                    <a:pt x="8084" y="1441"/>
                  </a:lnTo>
                  <a:lnTo>
                    <a:pt x="7791" y="1173"/>
                  </a:lnTo>
                  <a:lnTo>
                    <a:pt x="7425" y="904"/>
                  </a:lnTo>
                  <a:lnTo>
                    <a:pt x="7205" y="758"/>
                  </a:lnTo>
                  <a:lnTo>
                    <a:pt x="6985" y="635"/>
                  </a:lnTo>
                  <a:lnTo>
                    <a:pt x="6717" y="513"/>
                  </a:lnTo>
                  <a:lnTo>
                    <a:pt x="6448" y="391"/>
                  </a:lnTo>
                  <a:lnTo>
                    <a:pt x="6131" y="294"/>
                  </a:lnTo>
                  <a:lnTo>
                    <a:pt x="5789" y="196"/>
                  </a:lnTo>
                  <a:lnTo>
                    <a:pt x="5422" y="123"/>
                  </a:lnTo>
                  <a:lnTo>
                    <a:pt x="5032" y="49"/>
                  </a:lnTo>
                  <a:lnTo>
                    <a:pt x="4616" y="25"/>
                  </a:lnTo>
                  <a:lnTo>
                    <a:pt x="4177" y="0"/>
                  </a:lnTo>
                  <a:lnTo>
                    <a:pt x="3591" y="25"/>
                  </a:lnTo>
                  <a:lnTo>
                    <a:pt x="3029" y="74"/>
                  </a:lnTo>
                  <a:lnTo>
                    <a:pt x="2540" y="123"/>
                  </a:lnTo>
                  <a:lnTo>
                    <a:pt x="2076" y="196"/>
                  </a:lnTo>
                  <a:lnTo>
                    <a:pt x="1661" y="294"/>
                  </a:lnTo>
                  <a:lnTo>
                    <a:pt x="1295" y="367"/>
                  </a:lnTo>
                  <a:lnTo>
                    <a:pt x="733" y="538"/>
                  </a:lnTo>
                  <a:lnTo>
                    <a:pt x="562" y="562"/>
                  </a:lnTo>
                  <a:lnTo>
                    <a:pt x="391" y="538"/>
                  </a:lnTo>
                  <a:lnTo>
                    <a:pt x="245" y="465"/>
                  </a:lnTo>
                  <a:lnTo>
                    <a:pt x="147" y="367"/>
                  </a:lnTo>
                  <a:lnTo>
                    <a:pt x="74" y="269"/>
                  </a:lnTo>
                  <a:lnTo>
                    <a:pt x="25" y="147"/>
                  </a:lnTo>
                  <a:lnTo>
                    <a:pt x="0" y="0"/>
                  </a:lnTo>
                  <a:close/>
                </a:path>
              </a:pathLst>
            </a:custGeom>
            <a:solidFill>
              <a:schemeClr val="lt1"/>
            </a:solidFill>
            <a:ln>
              <a:noFill/>
            </a:ln>
            <a:effectLst>
              <a:outerShdw blurRad="28575" rotWithShape="0" algn="bl" dir="2700000" dist="19050">
                <a:schemeClr val="dk1">
                  <a:alpha val="20000"/>
                </a:schemeClr>
              </a:outerShdw>
            </a:effectLst>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274" name="Google Shape;274;p13"/>
            <p:cNvSpPr/>
            <p:nvPr/>
          </p:nvSpPr>
          <p:spPr>
            <a:xfrm>
              <a:off x="2146775" y="1298075"/>
              <a:ext cx="208225" cy="53750"/>
            </a:xfrm>
            <a:custGeom>
              <a:rect b="b" l="l" r="r" t="t"/>
              <a:pathLst>
                <a:path extrusionOk="0" h="2150" w="8329">
                  <a:moveTo>
                    <a:pt x="4152" y="0"/>
                  </a:moveTo>
                  <a:lnTo>
                    <a:pt x="3712" y="25"/>
                  </a:lnTo>
                  <a:lnTo>
                    <a:pt x="3297" y="49"/>
                  </a:lnTo>
                  <a:lnTo>
                    <a:pt x="2907" y="123"/>
                  </a:lnTo>
                  <a:lnTo>
                    <a:pt x="2540" y="196"/>
                  </a:lnTo>
                  <a:lnTo>
                    <a:pt x="2198" y="294"/>
                  </a:lnTo>
                  <a:lnTo>
                    <a:pt x="1881" y="391"/>
                  </a:lnTo>
                  <a:lnTo>
                    <a:pt x="1612" y="513"/>
                  </a:lnTo>
                  <a:lnTo>
                    <a:pt x="1343" y="635"/>
                  </a:lnTo>
                  <a:lnTo>
                    <a:pt x="1124" y="758"/>
                  </a:lnTo>
                  <a:lnTo>
                    <a:pt x="904" y="904"/>
                  </a:lnTo>
                  <a:lnTo>
                    <a:pt x="537" y="1173"/>
                  </a:lnTo>
                  <a:lnTo>
                    <a:pt x="244" y="1441"/>
                  </a:lnTo>
                  <a:lnTo>
                    <a:pt x="0" y="1661"/>
                  </a:lnTo>
                  <a:lnTo>
                    <a:pt x="0" y="2150"/>
                  </a:lnTo>
                  <a:lnTo>
                    <a:pt x="244" y="1930"/>
                  </a:lnTo>
                  <a:lnTo>
                    <a:pt x="537" y="1661"/>
                  </a:lnTo>
                  <a:lnTo>
                    <a:pt x="904" y="1393"/>
                  </a:lnTo>
                  <a:lnTo>
                    <a:pt x="1124" y="1246"/>
                  </a:lnTo>
                  <a:lnTo>
                    <a:pt x="1343" y="1124"/>
                  </a:lnTo>
                  <a:lnTo>
                    <a:pt x="1612" y="1002"/>
                  </a:lnTo>
                  <a:lnTo>
                    <a:pt x="1881" y="880"/>
                  </a:lnTo>
                  <a:lnTo>
                    <a:pt x="2198" y="782"/>
                  </a:lnTo>
                  <a:lnTo>
                    <a:pt x="2540" y="684"/>
                  </a:lnTo>
                  <a:lnTo>
                    <a:pt x="2907" y="611"/>
                  </a:lnTo>
                  <a:lnTo>
                    <a:pt x="3297" y="538"/>
                  </a:lnTo>
                  <a:lnTo>
                    <a:pt x="3712" y="513"/>
                  </a:lnTo>
                  <a:lnTo>
                    <a:pt x="4152" y="489"/>
                  </a:lnTo>
                  <a:lnTo>
                    <a:pt x="4738" y="513"/>
                  </a:lnTo>
                  <a:lnTo>
                    <a:pt x="5300" y="562"/>
                  </a:lnTo>
                  <a:lnTo>
                    <a:pt x="5788" y="611"/>
                  </a:lnTo>
                  <a:lnTo>
                    <a:pt x="6252" y="684"/>
                  </a:lnTo>
                  <a:lnTo>
                    <a:pt x="6668" y="782"/>
                  </a:lnTo>
                  <a:lnTo>
                    <a:pt x="7034" y="855"/>
                  </a:lnTo>
                  <a:lnTo>
                    <a:pt x="7596" y="1026"/>
                  </a:lnTo>
                  <a:lnTo>
                    <a:pt x="7767" y="1051"/>
                  </a:lnTo>
                  <a:lnTo>
                    <a:pt x="7938" y="1026"/>
                  </a:lnTo>
                  <a:lnTo>
                    <a:pt x="8084" y="953"/>
                  </a:lnTo>
                  <a:lnTo>
                    <a:pt x="8182" y="855"/>
                  </a:lnTo>
                  <a:lnTo>
                    <a:pt x="8255" y="758"/>
                  </a:lnTo>
                  <a:lnTo>
                    <a:pt x="8304" y="635"/>
                  </a:lnTo>
                  <a:lnTo>
                    <a:pt x="8328" y="489"/>
                  </a:lnTo>
                  <a:lnTo>
                    <a:pt x="8328" y="0"/>
                  </a:lnTo>
                  <a:lnTo>
                    <a:pt x="8304" y="147"/>
                  </a:lnTo>
                  <a:lnTo>
                    <a:pt x="8255" y="269"/>
                  </a:lnTo>
                  <a:lnTo>
                    <a:pt x="8182" y="367"/>
                  </a:lnTo>
                  <a:lnTo>
                    <a:pt x="8084" y="465"/>
                  </a:lnTo>
                  <a:lnTo>
                    <a:pt x="7938" y="538"/>
                  </a:lnTo>
                  <a:lnTo>
                    <a:pt x="7767" y="562"/>
                  </a:lnTo>
                  <a:lnTo>
                    <a:pt x="7596" y="538"/>
                  </a:lnTo>
                  <a:lnTo>
                    <a:pt x="7034" y="367"/>
                  </a:lnTo>
                  <a:lnTo>
                    <a:pt x="6668" y="294"/>
                  </a:lnTo>
                  <a:lnTo>
                    <a:pt x="6252" y="196"/>
                  </a:lnTo>
                  <a:lnTo>
                    <a:pt x="5788" y="123"/>
                  </a:lnTo>
                  <a:lnTo>
                    <a:pt x="5300" y="74"/>
                  </a:lnTo>
                  <a:lnTo>
                    <a:pt x="4738" y="25"/>
                  </a:lnTo>
                  <a:lnTo>
                    <a:pt x="4152" y="0"/>
                  </a:lnTo>
                  <a:close/>
                </a:path>
              </a:pathLst>
            </a:custGeom>
            <a:solidFill>
              <a:schemeClr val="lt1"/>
            </a:solidFill>
            <a:ln>
              <a:noFill/>
            </a:ln>
            <a:effectLst>
              <a:outerShdw blurRad="28575" rotWithShape="0" algn="bl" dir="2700000" dist="19050">
                <a:schemeClr val="dk1">
                  <a:alpha val="20000"/>
                </a:schemeClr>
              </a:outerShdw>
            </a:effectLst>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275" name="Google Shape;275;p13"/>
            <p:cNvSpPr/>
            <p:nvPr/>
          </p:nvSpPr>
          <p:spPr>
            <a:xfrm>
              <a:off x="1926350" y="995225"/>
              <a:ext cx="208225" cy="332175"/>
            </a:xfrm>
            <a:custGeom>
              <a:rect b="b" l="l" r="r" t="t"/>
              <a:pathLst>
                <a:path extrusionOk="0" h="13287" w="8329">
                  <a:moveTo>
                    <a:pt x="4177" y="1"/>
                  </a:moveTo>
                  <a:lnTo>
                    <a:pt x="3591" y="25"/>
                  </a:lnTo>
                  <a:lnTo>
                    <a:pt x="3029" y="74"/>
                  </a:lnTo>
                  <a:lnTo>
                    <a:pt x="2467" y="196"/>
                  </a:lnTo>
                  <a:lnTo>
                    <a:pt x="1905" y="343"/>
                  </a:lnTo>
                  <a:lnTo>
                    <a:pt x="1393" y="538"/>
                  </a:lnTo>
                  <a:lnTo>
                    <a:pt x="929" y="758"/>
                  </a:lnTo>
                  <a:lnTo>
                    <a:pt x="513" y="978"/>
                  </a:lnTo>
                  <a:lnTo>
                    <a:pt x="342" y="1124"/>
                  </a:lnTo>
                  <a:lnTo>
                    <a:pt x="196" y="1246"/>
                  </a:lnTo>
                  <a:lnTo>
                    <a:pt x="123" y="1319"/>
                  </a:lnTo>
                  <a:lnTo>
                    <a:pt x="49" y="1442"/>
                  </a:lnTo>
                  <a:lnTo>
                    <a:pt x="25" y="1539"/>
                  </a:lnTo>
                  <a:lnTo>
                    <a:pt x="0" y="1661"/>
                  </a:lnTo>
                  <a:lnTo>
                    <a:pt x="0" y="11626"/>
                  </a:lnTo>
                  <a:lnTo>
                    <a:pt x="25" y="11773"/>
                  </a:lnTo>
                  <a:lnTo>
                    <a:pt x="74" y="11895"/>
                  </a:lnTo>
                  <a:lnTo>
                    <a:pt x="147" y="11992"/>
                  </a:lnTo>
                  <a:lnTo>
                    <a:pt x="245" y="12090"/>
                  </a:lnTo>
                  <a:lnTo>
                    <a:pt x="391" y="12163"/>
                  </a:lnTo>
                  <a:lnTo>
                    <a:pt x="562" y="12188"/>
                  </a:lnTo>
                  <a:lnTo>
                    <a:pt x="733" y="12163"/>
                  </a:lnTo>
                  <a:lnTo>
                    <a:pt x="1295" y="11992"/>
                  </a:lnTo>
                  <a:lnTo>
                    <a:pt x="1661" y="11919"/>
                  </a:lnTo>
                  <a:lnTo>
                    <a:pt x="2076" y="11821"/>
                  </a:lnTo>
                  <a:lnTo>
                    <a:pt x="2540" y="11748"/>
                  </a:lnTo>
                  <a:lnTo>
                    <a:pt x="3029" y="11699"/>
                  </a:lnTo>
                  <a:lnTo>
                    <a:pt x="3591" y="11650"/>
                  </a:lnTo>
                  <a:lnTo>
                    <a:pt x="4177" y="11626"/>
                  </a:lnTo>
                  <a:lnTo>
                    <a:pt x="4616" y="11650"/>
                  </a:lnTo>
                  <a:lnTo>
                    <a:pt x="5032" y="11675"/>
                  </a:lnTo>
                  <a:lnTo>
                    <a:pt x="5422" y="11748"/>
                  </a:lnTo>
                  <a:lnTo>
                    <a:pt x="5789" y="11821"/>
                  </a:lnTo>
                  <a:lnTo>
                    <a:pt x="6131" y="11919"/>
                  </a:lnTo>
                  <a:lnTo>
                    <a:pt x="6448" y="12017"/>
                  </a:lnTo>
                  <a:lnTo>
                    <a:pt x="6717" y="12139"/>
                  </a:lnTo>
                  <a:lnTo>
                    <a:pt x="6985" y="12261"/>
                  </a:lnTo>
                  <a:lnTo>
                    <a:pt x="7205" y="12383"/>
                  </a:lnTo>
                  <a:lnTo>
                    <a:pt x="7425" y="12530"/>
                  </a:lnTo>
                  <a:lnTo>
                    <a:pt x="7791" y="12798"/>
                  </a:lnTo>
                  <a:lnTo>
                    <a:pt x="8084" y="13067"/>
                  </a:lnTo>
                  <a:lnTo>
                    <a:pt x="8329" y="13287"/>
                  </a:lnTo>
                  <a:lnTo>
                    <a:pt x="8329" y="2199"/>
                  </a:lnTo>
                  <a:lnTo>
                    <a:pt x="8329" y="2101"/>
                  </a:lnTo>
                  <a:lnTo>
                    <a:pt x="8280" y="1979"/>
                  </a:lnTo>
                  <a:lnTo>
                    <a:pt x="8231" y="1881"/>
                  </a:lnTo>
                  <a:lnTo>
                    <a:pt x="8158" y="1808"/>
                  </a:lnTo>
                  <a:lnTo>
                    <a:pt x="8036" y="1686"/>
                  </a:lnTo>
                  <a:lnTo>
                    <a:pt x="7767" y="1442"/>
                  </a:lnTo>
                  <a:lnTo>
                    <a:pt x="7449" y="1173"/>
                  </a:lnTo>
                  <a:lnTo>
                    <a:pt x="7083" y="904"/>
                  </a:lnTo>
                  <a:lnTo>
                    <a:pt x="6644" y="611"/>
                  </a:lnTo>
                  <a:lnTo>
                    <a:pt x="6375" y="489"/>
                  </a:lnTo>
                  <a:lnTo>
                    <a:pt x="6131" y="367"/>
                  </a:lnTo>
                  <a:lnTo>
                    <a:pt x="5838" y="269"/>
                  </a:lnTo>
                  <a:lnTo>
                    <a:pt x="5544" y="172"/>
                  </a:lnTo>
                  <a:lnTo>
                    <a:pt x="5227" y="98"/>
                  </a:lnTo>
                  <a:lnTo>
                    <a:pt x="4885" y="49"/>
                  </a:lnTo>
                  <a:lnTo>
                    <a:pt x="4543" y="1"/>
                  </a:lnTo>
                  <a:close/>
                </a:path>
              </a:pathLst>
            </a:custGeom>
            <a:solidFill>
              <a:schemeClr val="lt1"/>
            </a:solidFill>
            <a:ln>
              <a:noFill/>
            </a:ln>
            <a:effectLst>
              <a:outerShdw blurRad="28575" rotWithShape="0" algn="bl" dir="2700000" dist="19050">
                <a:schemeClr val="dk1">
                  <a:alpha val="20000"/>
                </a:schemeClr>
              </a:outerShdw>
            </a:effectLst>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276" name="Google Shape;276;p13"/>
            <p:cNvSpPr/>
            <p:nvPr/>
          </p:nvSpPr>
          <p:spPr>
            <a:xfrm>
              <a:off x="2146775" y="995225"/>
              <a:ext cx="208225" cy="332175"/>
            </a:xfrm>
            <a:custGeom>
              <a:rect b="b" l="l" r="r" t="t"/>
              <a:pathLst>
                <a:path extrusionOk="0" h="13287" w="8329">
                  <a:moveTo>
                    <a:pt x="3786" y="1"/>
                  </a:moveTo>
                  <a:lnTo>
                    <a:pt x="3444" y="49"/>
                  </a:lnTo>
                  <a:lnTo>
                    <a:pt x="3102" y="98"/>
                  </a:lnTo>
                  <a:lnTo>
                    <a:pt x="2784" y="172"/>
                  </a:lnTo>
                  <a:lnTo>
                    <a:pt x="2491" y="269"/>
                  </a:lnTo>
                  <a:lnTo>
                    <a:pt x="2198" y="367"/>
                  </a:lnTo>
                  <a:lnTo>
                    <a:pt x="1954" y="489"/>
                  </a:lnTo>
                  <a:lnTo>
                    <a:pt x="1685" y="611"/>
                  </a:lnTo>
                  <a:lnTo>
                    <a:pt x="1246" y="904"/>
                  </a:lnTo>
                  <a:lnTo>
                    <a:pt x="879" y="1173"/>
                  </a:lnTo>
                  <a:lnTo>
                    <a:pt x="562" y="1442"/>
                  </a:lnTo>
                  <a:lnTo>
                    <a:pt x="293" y="1686"/>
                  </a:lnTo>
                  <a:lnTo>
                    <a:pt x="171" y="1808"/>
                  </a:lnTo>
                  <a:lnTo>
                    <a:pt x="98" y="1881"/>
                  </a:lnTo>
                  <a:lnTo>
                    <a:pt x="49" y="1979"/>
                  </a:lnTo>
                  <a:lnTo>
                    <a:pt x="0" y="2101"/>
                  </a:lnTo>
                  <a:lnTo>
                    <a:pt x="0" y="2199"/>
                  </a:lnTo>
                  <a:lnTo>
                    <a:pt x="0" y="13287"/>
                  </a:lnTo>
                  <a:lnTo>
                    <a:pt x="244" y="13067"/>
                  </a:lnTo>
                  <a:lnTo>
                    <a:pt x="537" y="12798"/>
                  </a:lnTo>
                  <a:lnTo>
                    <a:pt x="904" y="12530"/>
                  </a:lnTo>
                  <a:lnTo>
                    <a:pt x="1124" y="12383"/>
                  </a:lnTo>
                  <a:lnTo>
                    <a:pt x="1343" y="12261"/>
                  </a:lnTo>
                  <a:lnTo>
                    <a:pt x="1612" y="12139"/>
                  </a:lnTo>
                  <a:lnTo>
                    <a:pt x="1881" y="12017"/>
                  </a:lnTo>
                  <a:lnTo>
                    <a:pt x="2198" y="11919"/>
                  </a:lnTo>
                  <a:lnTo>
                    <a:pt x="2540" y="11821"/>
                  </a:lnTo>
                  <a:lnTo>
                    <a:pt x="2907" y="11748"/>
                  </a:lnTo>
                  <a:lnTo>
                    <a:pt x="3297" y="11675"/>
                  </a:lnTo>
                  <a:lnTo>
                    <a:pt x="3712" y="11650"/>
                  </a:lnTo>
                  <a:lnTo>
                    <a:pt x="4152" y="11626"/>
                  </a:lnTo>
                  <a:lnTo>
                    <a:pt x="4738" y="11650"/>
                  </a:lnTo>
                  <a:lnTo>
                    <a:pt x="5300" y="11699"/>
                  </a:lnTo>
                  <a:lnTo>
                    <a:pt x="5788" y="11748"/>
                  </a:lnTo>
                  <a:lnTo>
                    <a:pt x="6252" y="11821"/>
                  </a:lnTo>
                  <a:lnTo>
                    <a:pt x="6668" y="11919"/>
                  </a:lnTo>
                  <a:lnTo>
                    <a:pt x="7034" y="11992"/>
                  </a:lnTo>
                  <a:lnTo>
                    <a:pt x="7596" y="12163"/>
                  </a:lnTo>
                  <a:lnTo>
                    <a:pt x="7767" y="12188"/>
                  </a:lnTo>
                  <a:lnTo>
                    <a:pt x="7938" y="12163"/>
                  </a:lnTo>
                  <a:lnTo>
                    <a:pt x="8084" y="12090"/>
                  </a:lnTo>
                  <a:lnTo>
                    <a:pt x="8182" y="11992"/>
                  </a:lnTo>
                  <a:lnTo>
                    <a:pt x="8255" y="11895"/>
                  </a:lnTo>
                  <a:lnTo>
                    <a:pt x="8304" y="11773"/>
                  </a:lnTo>
                  <a:lnTo>
                    <a:pt x="8328" y="11626"/>
                  </a:lnTo>
                  <a:lnTo>
                    <a:pt x="8328" y="1661"/>
                  </a:lnTo>
                  <a:lnTo>
                    <a:pt x="8304" y="1539"/>
                  </a:lnTo>
                  <a:lnTo>
                    <a:pt x="8280" y="1442"/>
                  </a:lnTo>
                  <a:lnTo>
                    <a:pt x="8206" y="1319"/>
                  </a:lnTo>
                  <a:lnTo>
                    <a:pt x="8133" y="1246"/>
                  </a:lnTo>
                  <a:lnTo>
                    <a:pt x="7987" y="1124"/>
                  </a:lnTo>
                  <a:lnTo>
                    <a:pt x="7816" y="978"/>
                  </a:lnTo>
                  <a:lnTo>
                    <a:pt x="7400" y="758"/>
                  </a:lnTo>
                  <a:lnTo>
                    <a:pt x="6936" y="538"/>
                  </a:lnTo>
                  <a:lnTo>
                    <a:pt x="6423" y="343"/>
                  </a:lnTo>
                  <a:lnTo>
                    <a:pt x="5862" y="196"/>
                  </a:lnTo>
                  <a:lnTo>
                    <a:pt x="5300" y="74"/>
                  </a:lnTo>
                  <a:lnTo>
                    <a:pt x="4738" y="25"/>
                  </a:lnTo>
                  <a:lnTo>
                    <a:pt x="4152" y="1"/>
                  </a:lnTo>
                  <a:close/>
                </a:path>
              </a:pathLst>
            </a:custGeom>
            <a:solidFill>
              <a:schemeClr val="lt1"/>
            </a:solidFill>
            <a:ln>
              <a:noFill/>
            </a:ln>
            <a:effectLst>
              <a:outerShdw blurRad="28575" rotWithShape="0" algn="bl" dir="2700000" dist="19050">
                <a:schemeClr val="dk1">
                  <a:alpha val="20000"/>
                </a:schemeClr>
              </a:outerShdw>
            </a:effectLst>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grpSp>
      <p:sp>
        <p:nvSpPr>
          <p:cNvPr id="277" name="Google Shape;277;p13"/>
          <p:cNvSpPr txBox="1"/>
          <p:nvPr>
            <p:ph idx="1" type="body"/>
          </p:nvPr>
        </p:nvSpPr>
        <p:spPr>
          <a:xfrm>
            <a:off x="215321" y="2373745"/>
            <a:ext cx="11524097" cy="4559804"/>
          </a:xfrm>
          <a:prstGeom prst="rect">
            <a:avLst/>
          </a:prstGeom>
          <a:noFill/>
          <a:ln>
            <a:noFill/>
          </a:ln>
        </p:spPr>
        <p:txBody>
          <a:bodyPr anchorCtr="0" anchor="t" bIns="0" lIns="0" spcFirstLastPara="1" rIns="0" wrap="square" tIns="0">
            <a:noAutofit/>
          </a:bodyPr>
          <a:lstStyle/>
          <a:p>
            <a:pPr indent="-474120" lvl="0" marL="609585" rtl="0" algn="l">
              <a:spcBef>
                <a:spcPts val="0"/>
              </a:spcBef>
              <a:spcAft>
                <a:spcPts val="0"/>
              </a:spcAft>
              <a:buClr>
                <a:srgbClr val="265F65"/>
              </a:buClr>
              <a:buSzPts val="2000"/>
              <a:buFont typeface="Noto Sans Symbols"/>
              <a:buChar char="⮚"/>
            </a:pPr>
            <a:r>
              <a:rPr lang="en-US" sz="1867"/>
              <a:t>• </a:t>
            </a:r>
            <a:r>
              <a:rPr lang="en-US" sz="1867" u="sng">
                <a:solidFill>
                  <a:schemeClr val="hlink"/>
                </a:solidFill>
                <a:hlinkClick r:id="rId3"/>
              </a:rPr>
              <a:t>https://medium.com/@yogeshojha/self-driving-cars-beginners-guideto-computer-vision-finding-simple-lane-lines-using-pythona4977015e232</a:t>
            </a:r>
            <a:endParaRPr sz="1867"/>
          </a:p>
          <a:p>
            <a:pPr indent="-347121" lvl="0" marL="609585" rtl="0" algn="l">
              <a:spcBef>
                <a:spcPts val="0"/>
              </a:spcBef>
              <a:spcAft>
                <a:spcPts val="0"/>
              </a:spcAft>
              <a:buClr>
                <a:srgbClr val="265F65"/>
              </a:buClr>
              <a:buSzPts val="2000"/>
              <a:buFont typeface="Noto Sans Symbols"/>
              <a:buNone/>
            </a:pPr>
            <a:r>
              <a:t/>
            </a:r>
            <a:endParaRPr sz="1867"/>
          </a:p>
          <a:p>
            <a:pPr indent="-474120" lvl="0" marL="609585" rtl="0" algn="l">
              <a:spcBef>
                <a:spcPts val="0"/>
              </a:spcBef>
              <a:spcAft>
                <a:spcPts val="0"/>
              </a:spcAft>
              <a:buClr>
                <a:srgbClr val="265F65"/>
              </a:buClr>
              <a:buSzPts val="2000"/>
              <a:buFont typeface="Noto Sans Symbols"/>
              <a:buChar char="⮚"/>
            </a:pPr>
            <a:r>
              <a:rPr lang="en-US" sz="1867"/>
              <a:t>• </a:t>
            </a:r>
            <a:r>
              <a:rPr lang="en-US" sz="1867" u="sng">
                <a:solidFill>
                  <a:schemeClr val="hlink"/>
                </a:solidFill>
                <a:hlinkClick r:id="rId4"/>
              </a:rPr>
              <a:t>https://automaticaddison.com/the-ultimate-guide-to-real-time-lanedetection-using-opencv/</a:t>
            </a:r>
            <a:endParaRPr sz="1867"/>
          </a:p>
          <a:p>
            <a:pPr indent="-347121" lvl="0" marL="609585" rtl="0" algn="l">
              <a:spcBef>
                <a:spcPts val="0"/>
              </a:spcBef>
              <a:spcAft>
                <a:spcPts val="0"/>
              </a:spcAft>
              <a:buClr>
                <a:srgbClr val="265F65"/>
              </a:buClr>
              <a:buSzPts val="2000"/>
              <a:buFont typeface="Noto Sans Symbols"/>
              <a:buNone/>
            </a:pPr>
            <a:r>
              <a:t/>
            </a:r>
            <a:endParaRPr sz="1867"/>
          </a:p>
          <a:p>
            <a:pPr indent="-474120" lvl="0" marL="609585" rtl="0" algn="l">
              <a:spcBef>
                <a:spcPts val="0"/>
              </a:spcBef>
              <a:spcAft>
                <a:spcPts val="0"/>
              </a:spcAft>
              <a:buClr>
                <a:srgbClr val="265F65"/>
              </a:buClr>
              <a:buSzPts val="2000"/>
              <a:buFont typeface="Noto Sans Symbols"/>
              <a:buChar char="⮚"/>
            </a:pPr>
            <a:r>
              <a:rPr lang="en-US" sz="1867" u="sng">
                <a:solidFill>
                  <a:schemeClr val="hlink"/>
                </a:solidFill>
                <a:hlinkClick r:id="rId5"/>
              </a:rPr>
              <a:t>https://opencv.org/</a:t>
            </a:r>
            <a:endParaRPr sz="1867"/>
          </a:p>
          <a:p>
            <a:pPr indent="-347121" lvl="0" marL="609585" rtl="0" algn="l">
              <a:spcBef>
                <a:spcPts val="0"/>
              </a:spcBef>
              <a:spcAft>
                <a:spcPts val="0"/>
              </a:spcAft>
              <a:buClr>
                <a:srgbClr val="265F65"/>
              </a:buClr>
              <a:buSzPts val="2000"/>
              <a:buFont typeface="Noto Sans Symbols"/>
              <a:buNone/>
            </a:pPr>
            <a:r>
              <a:t/>
            </a:r>
            <a:endParaRPr sz="1867"/>
          </a:p>
          <a:p>
            <a:pPr indent="-474120" lvl="0" marL="609585" rtl="0" algn="l">
              <a:spcBef>
                <a:spcPts val="0"/>
              </a:spcBef>
              <a:spcAft>
                <a:spcPts val="0"/>
              </a:spcAft>
              <a:buClr>
                <a:srgbClr val="265F65"/>
              </a:buClr>
              <a:buSzPts val="2000"/>
              <a:buFont typeface="Noto Sans Symbols"/>
              <a:buChar char="⮚"/>
            </a:pPr>
            <a:r>
              <a:rPr lang="en-US" sz="1867" u="sng">
                <a:solidFill>
                  <a:schemeClr val="hlink"/>
                </a:solidFill>
                <a:hlinkClick r:id="rId6"/>
              </a:rPr>
              <a:t>https://matplotlib.org/stable/index.html</a:t>
            </a:r>
            <a:endParaRPr sz="1867"/>
          </a:p>
          <a:p>
            <a:pPr indent="-347121" lvl="0" marL="609585" rtl="0" algn="l">
              <a:spcBef>
                <a:spcPts val="0"/>
              </a:spcBef>
              <a:spcAft>
                <a:spcPts val="0"/>
              </a:spcAft>
              <a:buClr>
                <a:srgbClr val="265F65"/>
              </a:buClr>
              <a:buSzPts val="2000"/>
              <a:buFont typeface="Noto Sans Symbols"/>
              <a:buNone/>
            </a:pPr>
            <a:r>
              <a:t/>
            </a:r>
            <a:endParaRPr sz="1867"/>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14"/>
          <p:cNvSpPr txBox="1"/>
          <p:nvPr>
            <p:ph idx="12" type="sldNum"/>
          </p:nvPr>
        </p:nvSpPr>
        <p:spPr>
          <a:xfrm>
            <a:off x="11205845" y="6231535"/>
            <a:ext cx="731600" cy="524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
        <p:nvSpPr>
          <p:cNvPr id="283" name="Google Shape;283;p14"/>
          <p:cNvSpPr txBox="1"/>
          <p:nvPr>
            <p:ph type="ctrTitle"/>
          </p:nvPr>
        </p:nvSpPr>
        <p:spPr>
          <a:xfrm>
            <a:off x="1630364" y="1304604"/>
            <a:ext cx="5468400" cy="1546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2800" u="none" cap="none" strike="noStrike">
                <a:solidFill>
                  <a:srgbClr val="243748"/>
                </a:solidFill>
                <a:latin typeface="Bebas Neue"/>
                <a:ea typeface="Bebas Neue"/>
                <a:cs typeface="Bebas Neue"/>
                <a:sym typeface="Bebas Neue"/>
              </a:rPr>
              <a:t>Thank</a:t>
            </a:r>
            <a:r>
              <a:rPr b="0" i="0" lang="en-US" sz="12800" u="none" cap="none" strike="noStrike">
                <a:solidFill>
                  <a:schemeClr val="accent2"/>
                </a:solidFill>
                <a:latin typeface="Bebas Neue"/>
                <a:ea typeface="Bebas Neue"/>
                <a:cs typeface="Bebas Neue"/>
                <a:sym typeface="Bebas Neue"/>
              </a:rPr>
              <a:t> </a:t>
            </a:r>
            <a:r>
              <a:rPr b="0" i="0" lang="en-US" sz="12800" u="none" cap="none" strike="noStrike">
                <a:solidFill>
                  <a:srgbClr val="243748"/>
                </a:solidFill>
                <a:latin typeface="Bebas Neue"/>
                <a:ea typeface="Bebas Neue"/>
                <a:cs typeface="Bebas Neue"/>
                <a:sym typeface="Bebas Neue"/>
              </a:rPr>
              <a:t>You</a:t>
            </a:r>
            <a:endParaRPr b="0" i="0" sz="12800" u="none" cap="none" strike="noStrike">
              <a:solidFill>
                <a:srgbClr val="243748"/>
              </a:solidFill>
              <a:latin typeface="Bebas Neue"/>
              <a:ea typeface="Bebas Neue"/>
              <a:cs typeface="Bebas Neue"/>
              <a:sym typeface="Bebas Neue"/>
            </a:endParaRPr>
          </a:p>
        </p:txBody>
      </p:sp>
      <p:sp>
        <p:nvSpPr>
          <p:cNvPr id="284" name="Google Shape;284;p14"/>
          <p:cNvSpPr txBox="1"/>
          <p:nvPr/>
        </p:nvSpPr>
        <p:spPr>
          <a:xfrm>
            <a:off x="4470400" y="3715876"/>
            <a:ext cx="7283827" cy="15464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3600"/>
              <a:buFont typeface="Bebas Neue"/>
              <a:buNone/>
            </a:pPr>
            <a:r>
              <a:rPr b="0" i="0" lang="en-US" sz="7200" u="none" cap="none" strike="noStrike">
                <a:solidFill>
                  <a:srgbClr val="243748"/>
                </a:solidFill>
                <a:latin typeface="Bebas Neue"/>
                <a:ea typeface="Bebas Neue"/>
                <a:cs typeface="Bebas Neue"/>
                <a:sym typeface="Bebas Neue"/>
              </a:rPr>
              <a:t>For your attention</a:t>
            </a:r>
            <a:endParaRPr/>
          </a:p>
        </p:txBody>
      </p:sp>
      <p:sp>
        <p:nvSpPr>
          <p:cNvPr id="285" name="Google Shape;285;p14"/>
          <p:cNvSpPr/>
          <p:nvPr/>
        </p:nvSpPr>
        <p:spPr>
          <a:xfrm>
            <a:off x="8571122" y="1407552"/>
            <a:ext cx="83127" cy="1336996"/>
          </a:xfrm>
          <a:prstGeom prst="rect">
            <a:avLst/>
          </a:prstGeom>
          <a:solidFill>
            <a:schemeClr val="accent6"/>
          </a:solidFill>
          <a:ln cap="flat" cmpd="sng" w="2540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286" name="Google Shape;286;p14"/>
          <p:cNvPicPr preferRelativeResize="0"/>
          <p:nvPr/>
        </p:nvPicPr>
        <p:blipFill rotWithShape="1">
          <a:blip r:embed="rId3">
            <a:alphaModFix/>
          </a:blip>
          <a:srcRect b="0" l="0" r="0" t="0"/>
          <a:stretch/>
        </p:blipFill>
        <p:spPr>
          <a:xfrm>
            <a:off x="8737373" y="594213"/>
            <a:ext cx="2967182" cy="2967182"/>
          </a:xfrm>
          <a:prstGeom prst="rect">
            <a:avLst/>
          </a:prstGeom>
          <a:noFill/>
          <a:ln>
            <a:noFill/>
          </a:ln>
        </p:spPr>
      </p:pic>
      <p:pic>
        <p:nvPicPr>
          <p:cNvPr id="287" name="Google Shape;287;p14"/>
          <p:cNvPicPr preferRelativeResize="0"/>
          <p:nvPr/>
        </p:nvPicPr>
        <p:blipFill rotWithShape="1">
          <a:blip r:embed="rId4">
            <a:alphaModFix/>
          </a:blip>
          <a:srcRect b="0" l="0" r="0" t="0"/>
          <a:stretch/>
        </p:blipFill>
        <p:spPr>
          <a:xfrm>
            <a:off x="6157168" y="1185205"/>
            <a:ext cx="1883192" cy="1883192"/>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AEISS">
  <a:themeElements>
    <a:clrScheme name="Blue Green">
      <a:dk1>
        <a:srgbClr val="000000"/>
      </a:dk1>
      <a:lt1>
        <a:srgbClr val="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2018-10-18T13:39:51Z</dcterms:created>
  <dc:creator>Alaguvel Armstrong R</dc:creator>
</cp:coreProperties>
</file>