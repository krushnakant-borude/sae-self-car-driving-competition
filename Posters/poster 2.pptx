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Lst>
  <p:sldSz cy="42794225" cx="30267275"/>
  <p:notesSz cx="7004050" cy="929005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3479">
          <p15:clr>
            <a:srgbClr val="A4A3A4"/>
          </p15:clr>
        </p15:guide>
        <p15:guide id="2" pos="9533">
          <p15:clr>
            <a:srgbClr val="A4A3A4"/>
          </p15:clr>
        </p15:guide>
      </p15:sldGuideLst>
    </p:ext>
    <p:ext uri="http://customooxmlschemas.google.com/">
      <go:slidesCustomData xmlns:go="http://customooxmlschemas.google.com/" r:id="rId7" roundtripDataSignature="AMtx7mhB3MniXalG/GPO724EaoVKZfPgC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3479" orient="horz"/>
        <p:guide pos="9533"/>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67575" y="696750"/>
            <a:ext cx="4669600" cy="3483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00400" y="4412750"/>
            <a:ext cx="5603225" cy="41805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1:notes"/>
          <p:cNvSpPr txBox="1"/>
          <p:nvPr>
            <p:ph idx="1" type="body"/>
          </p:nvPr>
        </p:nvSpPr>
        <p:spPr>
          <a:xfrm>
            <a:off x="700400" y="4412750"/>
            <a:ext cx="5603225" cy="418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1:notes"/>
          <p:cNvSpPr/>
          <p:nvPr>
            <p:ph idx="2" type="sldImg"/>
          </p:nvPr>
        </p:nvSpPr>
        <p:spPr>
          <a:xfrm>
            <a:off x="1167575" y="696750"/>
            <a:ext cx="4669600" cy="3483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1" name="Shape 11"/>
        <p:cNvGrpSpPr/>
        <p:nvPr/>
      </p:nvGrpSpPr>
      <p:grpSpPr>
        <a:xfrm>
          <a:off x="0" y="0"/>
          <a:ext cx="0" cy="0"/>
          <a:chOff x="0" y="0"/>
          <a:chExt cx="0" cy="0"/>
        </a:xfrm>
      </p:grpSpPr>
      <p:sp>
        <p:nvSpPr>
          <p:cNvPr id="12" name="Google Shape;12;p3"/>
          <p:cNvSpPr/>
          <p:nvPr/>
        </p:nvSpPr>
        <p:spPr>
          <a:xfrm>
            <a:off x="29426517" y="0"/>
            <a:ext cx="840758" cy="42794238"/>
          </a:xfrm>
          <a:prstGeom prst="rect">
            <a:avLst/>
          </a:prstGeom>
          <a:solidFill>
            <a:srgbClr val="D6E3BC"/>
          </a:solidFill>
          <a:ln>
            <a:noFill/>
          </a:ln>
        </p:spPr>
        <p:txBody>
          <a:bodyPr anchorCtr="0" anchor="ctr" bIns="43475" lIns="86950" spcFirstLastPara="1" rIns="86950" wrap="square" tIns="43475">
            <a:noAutofit/>
          </a:bodyPr>
          <a:lstStyle/>
          <a:p>
            <a:pPr indent="0" lvl="0" marL="0" marR="0" rtl="0" algn="ctr">
              <a:spcBef>
                <a:spcPts val="0"/>
              </a:spcBef>
              <a:spcAft>
                <a:spcPts val="0"/>
              </a:spcAft>
              <a:buNone/>
            </a:pPr>
            <a:r>
              <a:t/>
            </a:r>
            <a:endParaRPr b="0" i="0" sz="8200" u="none" cap="none" strike="noStrike">
              <a:solidFill>
                <a:schemeClr val="lt1"/>
              </a:solidFill>
              <a:latin typeface="Calibri"/>
              <a:ea typeface="Calibri"/>
              <a:cs typeface="Calibri"/>
              <a:sym typeface="Calibri"/>
            </a:endParaRPr>
          </a:p>
        </p:txBody>
      </p:sp>
      <p:sp>
        <p:nvSpPr>
          <p:cNvPr id="13" name="Google Shape;13;p3"/>
          <p:cNvSpPr/>
          <p:nvPr/>
        </p:nvSpPr>
        <p:spPr>
          <a:xfrm>
            <a:off x="0" y="0"/>
            <a:ext cx="840758" cy="42794238"/>
          </a:xfrm>
          <a:prstGeom prst="rect">
            <a:avLst/>
          </a:prstGeom>
          <a:solidFill>
            <a:srgbClr val="D6E3BC"/>
          </a:solidFill>
          <a:ln>
            <a:noFill/>
          </a:ln>
        </p:spPr>
        <p:txBody>
          <a:bodyPr anchorCtr="0" anchor="ctr" bIns="43475" lIns="86950" spcFirstLastPara="1" rIns="86950" wrap="square" tIns="43475">
            <a:noAutofit/>
          </a:bodyPr>
          <a:lstStyle/>
          <a:p>
            <a:pPr indent="0" lvl="0" marL="0" marR="0" rtl="0" algn="ctr">
              <a:spcBef>
                <a:spcPts val="0"/>
              </a:spcBef>
              <a:spcAft>
                <a:spcPts val="0"/>
              </a:spcAft>
              <a:buNone/>
            </a:pPr>
            <a:r>
              <a:t/>
            </a:r>
            <a:endParaRPr b="0" i="0" sz="8200" u="none" cap="none" strike="noStrike">
              <a:solidFill>
                <a:schemeClr val="lt1"/>
              </a:solidFill>
              <a:latin typeface="Calibri"/>
              <a:ea typeface="Calibri"/>
              <a:cs typeface="Calibri"/>
              <a:sym typeface="Calibri"/>
            </a:endParaRPr>
          </a:p>
        </p:txBody>
      </p:sp>
      <p:sp>
        <p:nvSpPr>
          <p:cNvPr id="14" name="Google Shape;14;p3"/>
          <p:cNvSpPr/>
          <p:nvPr/>
        </p:nvSpPr>
        <p:spPr>
          <a:xfrm>
            <a:off x="0" y="0"/>
            <a:ext cx="30267275" cy="5349279"/>
          </a:xfrm>
          <a:prstGeom prst="rect">
            <a:avLst/>
          </a:prstGeom>
          <a:solidFill>
            <a:srgbClr val="366092"/>
          </a:solidFill>
          <a:ln>
            <a:noFill/>
          </a:ln>
        </p:spPr>
        <p:txBody>
          <a:bodyPr anchorCtr="0" anchor="ctr" bIns="43475" lIns="86950" spcFirstLastPara="1" rIns="86950" wrap="square" tIns="43475">
            <a:noAutofit/>
          </a:bodyPr>
          <a:lstStyle/>
          <a:p>
            <a:pPr indent="0" lvl="0" marL="0" marR="0" rtl="0" algn="ctr">
              <a:spcBef>
                <a:spcPts val="0"/>
              </a:spcBef>
              <a:spcAft>
                <a:spcPts val="0"/>
              </a:spcAft>
              <a:buNone/>
            </a:pPr>
            <a:r>
              <a:t/>
            </a:r>
            <a:endParaRPr b="0" i="0" sz="8200" u="none" cap="none" strike="noStrike">
              <a:solidFill>
                <a:schemeClr val="lt1"/>
              </a:solidFill>
              <a:latin typeface="Calibri"/>
              <a:ea typeface="Calibri"/>
              <a:cs typeface="Calibri"/>
              <a:sym typeface="Calibri"/>
            </a:endParaRPr>
          </a:p>
        </p:txBody>
      </p:sp>
      <p:sp>
        <p:nvSpPr>
          <p:cNvPr id="15" name="Google Shape;15;p3"/>
          <p:cNvSpPr/>
          <p:nvPr/>
        </p:nvSpPr>
        <p:spPr>
          <a:xfrm>
            <a:off x="0" y="37444959"/>
            <a:ext cx="30267275" cy="5349279"/>
          </a:xfrm>
          <a:prstGeom prst="rect">
            <a:avLst/>
          </a:prstGeom>
          <a:solidFill>
            <a:srgbClr val="B7CCE4"/>
          </a:solidFill>
          <a:ln>
            <a:noFill/>
          </a:ln>
        </p:spPr>
        <p:txBody>
          <a:bodyPr anchorCtr="0" anchor="ctr" bIns="43475" lIns="86950" spcFirstLastPara="1" rIns="86950" wrap="square" tIns="43475">
            <a:noAutofit/>
          </a:bodyPr>
          <a:lstStyle/>
          <a:p>
            <a:pPr indent="0" lvl="0" marL="0" marR="0" rtl="0" algn="ctr">
              <a:spcBef>
                <a:spcPts val="0"/>
              </a:spcBef>
              <a:spcAft>
                <a:spcPts val="0"/>
              </a:spcAft>
              <a:buNone/>
            </a:pPr>
            <a:r>
              <a:t/>
            </a:r>
            <a:endParaRPr b="0" i="0" sz="8200" u="none" cap="none" strike="noStrike">
              <a:solidFill>
                <a:schemeClr val="lt1"/>
              </a:solidFill>
              <a:latin typeface="Calibri"/>
              <a:ea typeface="Calibri"/>
              <a:cs typeface="Calibri"/>
              <a:sym typeface="Calibri"/>
            </a:endParaRPr>
          </a:p>
        </p:txBody>
      </p:sp>
      <p:sp>
        <p:nvSpPr>
          <p:cNvPr id="16" name="Google Shape;16;p3"/>
          <p:cNvSpPr/>
          <p:nvPr/>
        </p:nvSpPr>
        <p:spPr>
          <a:xfrm>
            <a:off x="-12611365" y="0"/>
            <a:ext cx="11770607" cy="42794238"/>
          </a:xfrm>
          <a:prstGeom prst="rect">
            <a:avLst/>
          </a:prstGeom>
          <a:solidFill>
            <a:srgbClr val="D8D8D8"/>
          </a:solidFill>
          <a:ln>
            <a:noFill/>
          </a:ln>
        </p:spPr>
        <p:txBody>
          <a:bodyPr anchorCtr="0" anchor="t" bIns="217425" lIns="217425" spcFirstLastPara="1" rIns="217425" wrap="square" tIns="217425">
            <a:noAutofit/>
          </a:bodyPr>
          <a:lstStyle/>
          <a:p>
            <a:pPr indent="0" lvl="0" marL="0" marR="0" rtl="0" algn="l">
              <a:spcBef>
                <a:spcPts val="0"/>
              </a:spcBef>
              <a:spcAft>
                <a:spcPts val="0"/>
              </a:spcAft>
              <a:buNone/>
            </a:pPr>
            <a:r>
              <a:rPr b="0" i="0" lang="en-US" sz="8800" u="none" cap="none" strike="noStrike">
                <a:solidFill>
                  <a:srgbClr val="7F7F7F"/>
                </a:solidFill>
                <a:latin typeface="Calibri"/>
                <a:ea typeface="Calibri"/>
                <a:cs typeface="Calibri"/>
                <a:sym typeface="Calibri"/>
              </a:rPr>
              <a:t>Poster Print Size:</a:t>
            </a:r>
            <a:endParaRPr b="0" i="0" sz="8800" u="none" cap="none" strike="noStrike">
              <a:solidFill>
                <a:srgbClr val="7F7F7F"/>
              </a:solidFill>
              <a:latin typeface="Calibri"/>
              <a:ea typeface="Calibri"/>
              <a:cs typeface="Calibri"/>
              <a:sym typeface="Calibri"/>
            </a:endParaRPr>
          </a:p>
          <a:p>
            <a:pPr indent="0" lvl="0" marL="0" marR="0" rtl="0" algn="l">
              <a:spcBef>
                <a:spcPts val="2282"/>
              </a:spcBef>
              <a:spcAft>
                <a:spcPts val="0"/>
              </a:spcAft>
              <a:buNone/>
            </a:pPr>
            <a:r>
              <a:rPr b="0" i="0" lang="en-US" sz="6000" u="none" cap="none" strike="noStrike">
                <a:solidFill>
                  <a:srgbClr val="7F7F7F"/>
                </a:solidFill>
                <a:latin typeface="Calibri"/>
                <a:ea typeface="Calibri"/>
                <a:cs typeface="Calibri"/>
                <a:sym typeface="Calibri"/>
              </a:rPr>
              <a:t>This poster template is set up for A0 international paper size of 1189 mm x 841 mm (46.8” high by 33.1” wide). It can be printed at 70.6% for an A1 poster of 841 mm x 594 mm.</a:t>
            </a:r>
            <a:endParaRPr b="0" i="0" sz="6000" u="none" cap="none" strike="noStrike">
              <a:solidFill>
                <a:srgbClr val="7F7F7F"/>
              </a:solidFill>
              <a:latin typeface="Calibri"/>
              <a:ea typeface="Calibri"/>
              <a:cs typeface="Calibri"/>
              <a:sym typeface="Calibri"/>
            </a:endParaRPr>
          </a:p>
          <a:p>
            <a:pPr indent="0" lvl="0" marL="0" marR="0" rtl="0" algn="l">
              <a:spcBef>
                <a:spcPts val="2282"/>
              </a:spcBef>
              <a:spcAft>
                <a:spcPts val="0"/>
              </a:spcAft>
              <a:buNone/>
            </a:pPr>
            <a:r>
              <a:rPr b="0" i="0" lang="en-US" sz="8800" u="none" cap="none" strike="noStrike">
                <a:solidFill>
                  <a:srgbClr val="7F7F7F"/>
                </a:solidFill>
                <a:latin typeface="Calibri"/>
                <a:ea typeface="Calibri"/>
                <a:cs typeface="Calibri"/>
                <a:sym typeface="Calibri"/>
              </a:rPr>
              <a:t>Placeholders:</a:t>
            </a:r>
            <a:endParaRPr/>
          </a:p>
          <a:p>
            <a:pPr indent="0" lvl="0" marL="0" marR="0" rtl="0" algn="l">
              <a:spcBef>
                <a:spcPts val="2282"/>
              </a:spcBef>
              <a:spcAft>
                <a:spcPts val="0"/>
              </a:spcAft>
              <a:buNone/>
            </a:pPr>
            <a:r>
              <a:rPr b="0" i="0" lang="en-US" sz="6000" u="none" cap="none" strike="noStrike">
                <a:solidFill>
                  <a:srgbClr val="7F7F7F"/>
                </a:solidFill>
                <a:latin typeface="Calibri"/>
                <a:ea typeface="Calibri"/>
                <a:cs typeface="Calibri"/>
                <a:sym typeface="Calibri"/>
              </a:rPr>
              <a:t>The various elements included in this poster are ones we often see in medical, research, and scientific posters. Feel free to edit, move,  add, and delete items, or change the layout to suit your needs. Always check with your conference organizer for specific requirements.</a:t>
            </a:r>
            <a:endParaRPr/>
          </a:p>
          <a:p>
            <a:pPr indent="0" lvl="0" marL="0" marR="0" rtl="0" algn="l">
              <a:spcBef>
                <a:spcPts val="2282"/>
              </a:spcBef>
              <a:spcAft>
                <a:spcPts val="0"/>
              </a:spcAft>
              <a:buNone/>
            </a:pPr>
            <a:r>
              <a:rPr b="0" i="0" lang="en-US" sz="8800" u="none" cap="none" strike="noStrike">
                <a:solidFill>
                  <a:srgbClr val="7F7F7F"/>
                </a:solidFill>
                <a:latin typeface="Calibri"/>
                <a:ea typeface="Calibri"/>
                <a:cs typeface="Calibri"/>
                <a:sym typeface="Calibri"/>
              </a:rPr>
              <a:t>Image Quality:</a:t>
            </a:r>
            <a:endParaRPr/>
          </a:p>
          <a:p>
            <a:pPr indent="0" lvl="0" marL="0" marR="0" rtl="0" algn="l">
              <a:spcBef>
                <a:spcPts val="2282"/>
              </a:spcBef>
              <a:spcAft>
                <a:spcPts val="0"/>
              </a:spcAft>
              <a:buNone/>
            </a:pPr>
            <a:r>
              <a:rPr b="0" i="0" lang="en-US" sz="6000" u="none" cap="none" strike="noStrike">
                <a:solidFill>
                  <a:srgbClr val="7F7F7F"/>
                </a:solidFill>
                <a:latin typeface="Calibri"/>
                <a:ea typeface="Calibri"/>
                <a:cs typeface="Calibri"/>
                <a:sym typeface="Calibri"/>
              </a:rPr>
              <a:t>You can place digital photos or logo art in your poster file by selecting the </a:t>
            </a:r>
            <a:r>
              <a:rPr b="1" i="0" lang="en-US" sz="6000" u="none" cap="none" strike="noStrike">
                <a:solidFill>
                  <a:srgbClr val="7F7F7F"/>
                </a:solidFill>
                <a:latin typeface="Calibri"/>
                <a:ea typeface="Calibri"/>
                <a:cs typeface="Calibri"/>
                <a:sym typeface="Calibri"/>
              </a:rPr>
              <a:t>Insert, Picture</a:t>
            </a:r>
            <a:r>
              <a:rPr b="0" i="0" lang="en-US" sz="6000" u="none" cap="none" strike="noStrike">
                <a:solidFill>
                  <a:srgbClr val="7F7F7F"/>
                </a:solidFill>
                <a:latin typeface="Calibri"/>
                <a:ea typeface="Calibri"/>
                <a:cs typeface="Calibri"/>
                <a:sym typeface="Calibri"/>
              </a:rPr>
              <a:t> command, or by using standard copy &amp; paste. For best results, all graphic elements should be at least </a:t>
            </a:r>
            <a:r>
              <a:rPr b="1" i="0" lang="en-US" sz="6000" u="none" cap="none" strike="noStrike">
                <a:solidFill>
                  <a:srgbClr val="7F7F7F"/>
                </a:solidFill>
                <a:latin typeface="Calibri"/>
                <a:ea typeface="Calibri"/>
                <a:cs typeface="Calibri"/>
                <a:sym typeface="Calibri"/>
              </a:rPr>
              <a:t>150-200 pixels per inch in their final printed size</a:t>
            </a:r>
            <a:r>
              <a:rPr b="0" i="0" lang="en-US" sz="6000" u="none" cap="none" strike="noStrike">
                <a:solidFill>
                  <a:srgbClr val="7F7F7F"/>
                </a:solidFill>
                <a:latin typeface="Calibri"/>
                <a:ea typeface="Calibri"/>
                <a:cs typeface="Calibri"/>
                <a:sym typeface="Calibri"/>
              </a:rPr>
              <a:t>. For instance, a 1600 x 1200 pixel photo will usually look fine up to 8“-10” wide on your printed poster.</a:t>
            </a:r>
            <a:endParaRPr/>
          </a:p>
          <a:p>
            <a:pPr indent="0" lvl="0" marL="0" marR="0" rtl="0" algn="l">
              <a:spcBef>
                <a:spcPts val="2282"/>
              </a:spcBef>
              <a:spcAft>
                <a:spcPts val="0"/>
              </a:spcAft>
              <a:buNone/>
            </a:pPr>
            <a:r>
              <a:rPr b="0" i="0" lang="en-US" sz="6000" u="none" cap="none" strike="noStrike">
                <a:solidFill>
                  <a:srgbClr val="7F7F7F"/>
                </a:solidFill>
                <a:latin typeface="Calibri"/>
                <a:ea typeface="Calibri"/>
                <a:cs typeface="Calibri"/>
                <a:sym typeface="Calibri"/>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endParaRPr/>
          </a:p>
          <a:p>
            <a:pPr indent="0" lvl="0" marL="0" marR="0" rtl="0" algn="l">
              <a:spcBef>
                <a:spcPts val="2282"/>
              </a:spcBef>
              <a:spcAft>
                <a:spcPts val="0"/>
              </a:spcAft>
              <a:buNone/>
            </a:pPr>
            <a:r>
              <a:rPr b="0" i="0" lang="en-US" sz="6000" u="none" cap="none" strike="noStrike">
                <a:solidFill>
                  <a:srgbClr val="7F7F7F"/>
                </a:solidFill>
                <a:latin typeface="Calibri"/>
                <a:ea typeface="Calibri"/>
                <a:cs typeface="Calibri"/>
                <a:sym typeface="Calibri"/>
              </a:rPr>
              <a:t>Please note that graphics from websites (such as the logo on your hospital's or university's home page) will only be 72dpi and not suitable for printing.</a:t>
            </a:r>
            <a:endParaRPr/>
          </a:p>
          <a:p>
            <a:pPr indent="0" lvl="0" marL="0" marR="0" rtl="0" algn="ctr">
              <a:spcBef>
                <a:spcPts val="2282"/>
              </a:spcBef>
              <a:spcAft>
                <a:spcPts val="0"/>
              </a:spcAft>
              <a:buNone/>
            </a:pPr>
            <a:br>
              <a:rPr b="0" i="0" lang="en-US" sz="4400" u="none" cap="none" strike="noStrike">
                <a:solidFill>
                  <a:srgbClr val="7F7F7F"/>
                </a:solidFill>
                <a:latin typeface="Calibri"/>
                <a:ea typeface="Calibri"/>
                <a:cs typeface="Calibri"/>
                <a:sym typeface="Calibri"/>
              </a:rPr>
            </a:br>
            <a:r>
              <a:rPr b="0" i="0" lang="en-US" sz="4400" u="none" cap="none" strike="noStrike">
                <a:solidFill>
                  <a:srgbClr val="7F7F7F"/>
                </a:solidFill>
                <a:latin typeface="Calibri"/>
                <a:ea typeface="Calibri"/>
                <a:cs typeface="Calibri"/>
                <a:sym typeface="Calibri"/>
              </a:rPr>
              <a:t>[This sidebar area does not print.]</a:t>
            </a:r>
            <a:endParaRPr/>
          </a:p>
        </p:txBody>
      </p:sp>
      <p:grpSp>
        <p:nvGrpSpPr>
          <p:cNvPr id="17" name="Google Shape;17;p3"/>
          <p:cNvGrpSpPr/>
          <p:nvPr/>
        </p:nvGrpSpPr>
        <p:grpSpPr>
          <a:xfrm>
            <a:off x="31108033" y="0"/>
            <a:ext cx="11770607" cy="42794238"/>
            <a:chOff x="33832800" y="0"/>
            <a:chExt cx="12801600" cy="43891200"/>
          </a:xfrm>
        </p:grpSpPr>
        <p:sp>
          <p:nvSpPr>
            <p:cNvPr id="18" name="Google Shape;18;p3"/>
            <p:cNvSpPr/>
            <p:nvPr/>
          </p:nvSpPr>
          <p:spPr>
            <a:xfrm>
              <a:off x="33832800" y="0"/>
              <a:ext cx="12801600" cy="43891200"/>
            </a:xfrm>
            <a:prstGeom prst="rect">
              <a:avLst/>
            </a:prstGeom>
            <a:solidFill>
              <a:srgbClr val="D8D8D8"/>
            </a:solidFill>
            <a:ln>
              <a:noFill/>
            </a:ln>
          </p:spPr>
          <p:txBody>
            <a:bodyPr anchorCtr="0" anchor="t" bIns="228600" lIns="228600" spcFirstLastPara="1" rIns="228600" wrap="square" tIns="228600">
              <a:noAutofit/>
            </a:bodyPr>
            <a:lstStyle/>
            <a:p>
              <a:pPr indent="0" lvl="0" marL="0" marR="0" rtl="0" algn="l">
                <a:spcBef>
                  <a:spcPts val="0"/>
                </a:spcBef>
                <a:spcAft>
                  <a:spcPts val="0"/>
                </a:spcAft>
                <a:buNone/>
              </a:pPr>
              <a:r>
                <a:rPr b="0" i="0" lang="en-US" sz="8800" u="none" cap="none" strike="noStrike">
                  <a:solidFill>
                    <a:srgbClr val="7F7F7F"/>
                  </a:solidFill>
                  <a:latin typeface="Calibri"/>
                  <a:ea typeface="Calibri"/>
                  <a:cs typeface="Calibri"/>
                  <a:sym typeface="Calibri"/>
                </a:rPr>
                <a:t>Change Color Theme:</a:t>
              </a:r>
              <a:endParaRPr b="0" i="0" sz="8800" u="none" cap="none" strike="noStrike">
                <a:solidFill>
                  <a:srgbClr val="7F7F7F"/>
                </a:solidFill>
                <a:latin typeface="Calibri"/>
                <a:ea typeface="Calibri"/>
                <a:cs typeface="Calibri"/>
                <a:sym typeface="Calibri"/>
              </a:endParaRPr>
            </a:p>
            <a:p>
              <a:pPr indent="0" lvl="0" marL="0" marR="0" rtl="0" algn="l">
                <a:spcBef>
                  <a:spcPts val="2282"/>
                </a:spcBef>
                <a:spcAft>
                  <a:spcPts val="0"/>
                </a:spcAft>
                <a:buNone/>
              </a:pPr>
              <a:r>
                <a:rPr b="0" i="0" lang="en-US" sz="6000" u="none" cap="none" strike="noStrike">
                  <a:solidFill>
                    <a:srgbClr val="7F7F7F"/>
                  </a:solidFill>
                  <a:latin typeface="Calibri"/>
                  <a:ea typeface="Calibri"/>
                  <a:cs typeface="Calibri"/>
                  <a:sym typeface="Calibri"/>
                </a:rPr>
                <a:t>This template is designed to use the built-in color themes in the newer versions of PowerPoint.</a:t>
              </a:r>
              <a:endParaRPr/>
            </a:p>
            <a:p>
              <a:pPr indent="0" lvl="0" marL="0" marR="0" rtl="0" algn="l">
                <a:spcBef>
                  <a:spcPts val="2282"/>
                </a:spcBef>
                <a:spcAft>
                  <a:spcPts val="0"/>
                </a:spcAft>
                <a:buNone/>
              </a:pPr>
              <a:r>
                <a:rPr b="0" i="0" lang="en-US" sz="6000" u="none" cap="none" strike="noStrike">
                  <a:solidFill>
                    <a:srgbClr val="7F7F7F"/>
                  </a:solidFill>
                  <a:latin typeface="Calibri"/>
                  <a:ea typeface="Calibri"/>
                  <a:cs typeface="Calibri"/>
                  <a:sym typeface="Calibri"/>
                </a:rPr>
                <a:t>To change the color theme, select the </a:t>
              </a:r>
              <a:r>
                <a:rPr b="1" i="0" lang="en-US" sz="6000" u="none" cap="none" strike="noStrike">
                  <a:solidFill>
                    <a:srgbClr val="7F7F7F"/>
                  </a:solidFill>
                  <a:latin typeface="Calibri"/>
                  <a:ea typeface="Calibri"/>
                  <a:cs typeface="Calibri"/>
                  <a:sym typeface="Calibri"/>
                </a:rPr>
                <a:t>Design</a:t>
              </a:r>
              <a:r>
                <a:rPr b="0" i="0" lang="en-US" sz="6000" u="none" cap="none" strike="noStrike">
                  <a:solidFill>
                    <a:srgbClr val="7F7F7F"/>
                  </a:solidFill>
                  <a:latin typeface="Calibri"/>
                  <a:ea typeface="Calibri"/>
                  <a:cs typeface="Calibri"/>
                  <a:sym typeface="Calibri"/>
                </a:rPr>
                <a:t> tab, then select the </a:t>
              </a:r>
              <a:r>
                <a:rPr b="1" i="0" lang="en-US" sz="6000" u="none" cap="none" strike="noStrike">
                  <a:solidFill>
                    <a:srgbClr val="7F7F7F"/>
                  </a:solidFill>
                  <a:latin typeface="Calibri"/>
                  <a:ea typeface="Calibri"/>
                  <a:cs typeface="Calibri"/>
                  <a:sym typeface="Calibri"/>
                </a:rPr>
                <a:t>Colors</a:t>
              </a:r>
              <a:r>
                <a:rPr b="0" i="0" lang="en-US" sz="6000" u="none" cap="none" strike="noStrike">
                  <a:solidFill>
                    <a:srgbClr val="7F7F7F"/>
                  </a:solidFill>
                  <a:latin typeface="Calibri"/>
                  <a:ea typeface="Calibri"/>
                  <a:cs typeface="Calibri"/>
                  <a:sym typeface="Calibri"/>
                </a:rPr>
                <a:t> drop-down list.</a:t>
              </a:r>
              <a:endParaRPr/>
            </a:p>
            <a:p>
              <a:pPr indent="0" lvl="0" marL="0" marR="0" rtl="0" algn="l">
                <a:spcBef>
                  <a:spcPts val="2282"/>
                </a:spcBef>
                <a:spcAft>
                  <a:spcPts val="0"/>
                </a:spcAft>
                <a:buNone/>
              </a:pPr>
              <a:r>
                <a:t/>
              </a:r>
              <a:endParaRPr b="0" i="0" sz="6000" u="none" cap="none" strike="noStrike">
                <a:solidFill>
                  <a:srgbClr val="7F7F7F"/>
                </a:solidFill>
                <a:latin typeface="Calibri"/>
                <a:ea typeface="Calibri"/>
                <a:cs typeface="Calibri"/>
                <a:sym typeface="Calibri"/>
              </a:endParaRPr>
            </a:p>
            <a:p>
              <a:pPr indent="0" lvl="0" marL="0" marR="0" rtl="0" algn="l">
                <a:spcBef>
                  <a:spcPts val="2282"/>
                </a:spcBef>
                <a:spcAft>
                  <a:spcPts val="0"/>
                </a:spcAft>
                <a:buNone/>
              </a:pPr>
              <a:r>
                <a:t/>
              </a:r>
              <a:endParaRPr b="0" i="0" sz="6000" u="none" cap="none" strike="noStrike">
                <a:solidFill>
                  <a:srgbClr val="7F7F7F"/>
                </a:solidFill>
                <a:latin typeface="Calibri"/>
                <a:ea typeface="Calibri"/>
                <a:cs typeface="Calibri"/>
                <a:sym typeface="Calibri"/>
              </a:endParaRPr>
            </a:p>
            <a:p>
              <a:pPr indent="0" lvl="0" marL="0" marR="0" rtl="0" algn="l">
                <a:spcBef>
                  <a:spcPts val="2282"/>
                </a:spcBef>
                <a:spcAft>
                  <a:spcPts val="0"/>
                </a:spcAft>
                <a:buNone/>
              </a:pPr>
              <a:r>
                <a:t/>
              </a:r>
              <a:endParaRPr b="0" i="0" sz="6000" u="none" cap="none" strike="noStrike">
                <a:solidFill>
                  <a:srgbClr val="7F7F7F"/>
                </a:solidFill>
                <a:latin typeface="Calibri"/>
                <a:ea typeface="Calibri"/>
                <a:cs typeface="Calibri"/>
                <a:sym typeface="Calibri"/>
              </a:endParaRPr>
            </a:p>
            <a:p>
              <a:pPr indent="0" lvl="0" marL="0" marR="0" rtl="0" algn="l">
                <a:spcBef>
                  <a:spcPts val="2282"/>
                </a:spcBef>
                <a:spcAft>
                  <a:spcPts val="0"/>
                </a:spcAft>
                <a:buNone/>
              </a:pPr>
              <a:r>
                <a:t/>
              </a:r>
              <a:endParaRPr b="0" i="0" sz="6000" u="none" cap="none" strike="noStrike">
                <a:solidFill>
                  <a:srgbClr val="7F7F7F"/>
                </a:solidFill>
                <a:latin typeface="Calibri"/>
                <a:ea typeface="Calibri"/>
                <a:cs typeface="Calibri"/>
                <a:sym typeface="Calibri"/>
              </a:endParaRPr>
            </a:p>
            <a:p>
              <a:pPr indent="0" lvl="0" marL="0" marR="0" rtl="0" algn="l">
                <a:spcBef>
                  <a:spcPts val="2282"/>
                </a:spcBef>
                <a:spcAft>
                  <a:spcPts val="0"/>
                </a:spcAft>
                <a:buNone/>
              </a:pPr>
              <a:r>
                <a:t/>
              </a:r>
              <a:endParaRPr b="0" i="0" sz="6000" u="none" cap="none" strike="noStrike">
                <a:solidFill>
                  <a:srgbClr val="7F7F7F"/>
                </a:solidFill>
                <a:latin typeface="Calibri"/>
                <a:ea typeface="Calibri"/>
                <a:cs typeface="Calibri"/>
                <a:sym typeface="Calibri"/>
              </a:endParaRPr>
            </a:p>
            <a:p>
              <a:pPr indent="0" lvl="0" marL="0" marR="0" rtl="0" algn="l">
                <a:spcBef>
                  <a:spcPts val="2282"/>
                </a:spcBef>
                <a:spcAft>
                  <a:spcPts val="0"/>
                </a:spcAft>
                <a:buNone/>
              </a:pPr>
              <a:r>
                <a:t/>
              </a:r>
              <a:endParaRPr b="0" i="0" sz="6000" u="none" cap="none" strike="noStrike">
                <a:solidFill>
                  <a:srgbClr val="7F7F7F"/>
                </a:solidFill>
                <a:latin typeface="Calibri"/>
                <a:ea typeface="Calibri"/>
                <a:cs typeface="Calibri"/>
                <a:sym typeface="Calibri"/>
              </a:endParaRPr>
            </a:p>
            <a:p>
              <a:pPr indent="0" lvl="0" marL="0" marR="0" rtl="0" algn="l">
                <a:spcBef>
                  <a:spcPts val="2282"/>
                </a:spcBef>
                <a:spcAft>
                  <a:spcPts val="0"/>
                </a:spcAft>
                <a:buNone/>
              </a:pPr>
              <a:r>
                <a:t/>
              </a:r>
              <a:endParaRPr b="0" i="0" sz="6000" u="none" cap="none" strike="noStrike">
                <a:solidFill>
                  <a:srgbClr val="7F7F7F"/>
                </a:solidFill>
                <a:latin typeface="Calibri"/>
                <a:ea typeface="Calibri"/>
                <a:cs typeface="Calibri"/>
                <a:sym typeface="Calibri"/>
              </a:endParaRPr>
            </a:p>
            <a:p>
              <a:pPr indent="0" lvl="0" marL="0" marR="0" rtl="0" algn="l">
                <a:spcBef>
                  <a:spcPts val="2282"/>
                </a:spcBef>
                <a:spcAft>
                  <a:spcPts val="0"/>
                </a:spcAft>
                <a:buNone/>
              </a:pPr>
              <a:r>
                <a:t/>
              </a:r>
              <a:endParaRPr b="0" i="0" sz="6000" u="none" cap="none" strike="noStrike">
                <a:solidFill>
                  <a:srgbClr val="7F7F7F"/>
                </a:solidFill>
                <a:latin typeface="Calibri"/>
                <a:ea typeface="Calibri"/>
                <a:cs typeface="Calibri"/>
                <a:sym typeface="Calibri"/>
              </a:endParaRPr>
            </a:p>
            <a:p>
              <a:pPr indent="0" lvl="0" marL="0" marR="0" rtl="0" algn="l">
                <a:spcBef>
                  <a:spcPts val="2282"/>
                </a:spcBef>
                <a:spcAft>
                  <a:spcPts val="0"/>
                </a:spcAft>
                <a:buNone/>
              </a:pPr>
              <a:r>
                <a:t/>
              </a:r>
              <a:endParaRPr b="0" i="0" sz="6000" u="none" cap="none" strike="noStrike">
                <a:solidFill>
                  <a:srgbClr val="7F7F7F"/>
                </a:solidFill>
                <a:latin typeface="Calibri"/>
                <a:ea typeface="Calibri"/>
                <a:cs typeface="Calibri"/>
                <a:sym typeface="Calibri"/>
              </a:endParaRPr>
            </a:p>
            <a:p>
              <a:pPr indent="0" lvl="0" marL="0" marR="0" rtl="0" algn="l">
                <a:spcBef>
                  <a:spcPts val="2282"/>
                </a:spcBef>
                <a:spcAft>
                  <a:spcPts val="0"/>
                </a:spcAft>
                <a:buNone/>
              </a:pPr>
              <a:r>
                <a:rPr b="0" i="0" lang="en-US" sz="6000" u="none" cap="none" strike="noStrike">
                  <a:solidFill>
                    <a:srgbClr val="7F7F7F"/>
                  </a:solidFill>
                  <a:latin typeface="Calibri"/>
                  <a:ea typeface="Calibri"/>
                  <a:cs typeface="Calibri"/>
                  <a:sym typeface="Calibri"/>
                </a:rPr>
                <a:t>The default color theme for this template is “Office”, so you can always return to that after trying some of the alternatives.</a:t>
              </a:r>
              <a:endParaRPr/>
            </a:p>
            <a:p>
              <a:pPr indent="0" lvl="0" marL="0" marR="0" rtl="0" algn="l">
                <a:spcBef>
                  <a:spcPts val="2282"/>
                </a:spcBef>
                <a:spcAft>
                  <a:spcPts val="0"/>
                </a:spcAft>
                <a:buNone/>
              </a:pPr>
              <a:r>
                <a:rPr b="0" i="0" lang="en-US" sz="8800" u="none" cap="none" strike="noStrike">
                  <a:solidFill>
                    <a:srgbClr val="7F7F7F"/>
                  </a:solidFill>
                  <a:latin typeface="Calibri"/>
                  <a:ea typeface="Calibri"/>
                  <a:cs typeface="Calibri"/>
                  <a:sym typeface="Calibri"/>
                </a:rPr>
                <a:t>Printing Your Poster:</a:t>
              </a:r>
              <a:endParaRPr/>
            </a:p>
            <a:p>
              <a:pPr indent="0" lvl="0" marL="0" marR="0" rtl="0" algn="l">
                <a:spcBef>
                  <a:spcPts val="2282"/>
                </a:spcBef>
                <a:spcAft>
                  <a:spcPts val="0"/>
                </a:spcAft>
                <a:buNone/>
              </a:pPr>
              <a:r>
                <a:rPr b="0" i="0" lang="en-US" sz="6000" u="none" cap="none" strike="noStrike">
                  <a:solidFill>
                    <a:srgbClr val="7F7F7F"/>
                  </a:solidFill>
                  <a:latin typeface="Calibri"/>
                  <a:ea typeface="Calibri"/>
                  <a:cs typeface="Calibri"/>
                  <a:sym typeface="Calibri"/>
                </a:rPr>
                <a:t>Once your poster file is ready, visit </a:t>
              </a:r>
              <a:r>
                <a:rPr b="1" i="0" lang="en-US" sz="6000" u="none" cap="none" strike="noStrike">
                  <a:solidFill>
                    <a:srgbClr val="7F7F7F"/>
                  </a:solidFill>
                  <a:latin typeface="Calibri"/>
                  <a:ea typeface="Calibri"/>
                  <a:cs typeface="Calibri"/>
                  <a:sym typeface="Calibri"/>
                </a:rPr>
                <a:t>www.genigraphics.com</a:t>
              </a:r>
              <a:r>
                <a:rPr b="0" i="0" lang="en-US" sz="6000" u="none" cap="none" strike="noStrike">
                  <a:solidFill>
                    <a:srgbClr val="7F7F7F"/>
                  </a:solidFill>
                  <a:latin typeface="Calibri"/>
                  <a:ea typeface="Calibri"/>
                  <a:cs typeface="Calibri"/>
                  <a:sym typeface="Calibri"/>
                </a:rPr>
                <a:t> to order a high-quality, affordable poster print. Every order receives a free design review and we can delivery as fast as next business day within the US and Canada. </a:t>
              </a:r>
              <a:endParaRPr/>
            </a:p>
            <a:p>
              <a:pPr indent="0" lvl="0" marL="0" marR="0" rtl="0" algn="l">
                <a:spcBef>
                  <a:spcPts val="2282"/>
                </a:spcBef>
                <a:spcAft>
                  <a:spcPts val="0"/>
                </a:spcAft>
                <a:buNone/>
              </a:pPr>
              <a:r>
                <a:rPr b="0" i="0" lang="en-US" sz="6000" u="none" cap="none" strike="noStrike">
                  <a:solidFill>
                    <a:srgbClr val="7F7F7F"/>
                  </a:solidFill>
                  <a:latin typeface="Calibri"/>
                  <a:ea typeface="Calibri"/>
                  <a:cs typeface="Calibri"/>
                  <a:sym typeface="Calibri"/>
                </a:rPr>
                <a:t>Genigraphics® has been producing output from PowerPoint® longer than anyone in the industry; dating back to when we helped Microsoft® design the PowerPoint software. </a:t>
              </a:r>
              <a:endParaRPr/>
            </a:p>
            <a:p>
              <a:pPr indent="0" lvl="0" marL="0" marR="0" rtl="0" algn="l">
                <a:spcBef>
                  <a:spcPts val="2282"/>
                </a:spcBef>
                <a:spcAft>
                  <a:spcPts val="0"/>
                </a:spcAft>
                <a:buNone/>
              </a:pPr>
              <a:r>
                <a:t/>
              </a:r>
              <a:endParaRPr b="0" i="0" sz="6000" u="none" cap="none" strike="noStrike">
                <a:solidFill>
                  <a:srgbClr val="7F7F7F"/>
                </a:solidFill>
                <a:latin typeface="Calibri"/>
                <a:ea typeface="Calibri"/>
                <a:cs typeface="Calibri"/>
                <a:sym typeface="Calibri"/>
              </a:endParaRPr>
            </a:p>
            <a:p>
              <a:pPr indent="0" lvl="0" marL="0" marR="0" rtl="0" algn="ctr">
                <a:spcBef>
                  <a:spcPts val="0"/>
                </a:spcBef>
                <a:spcAft>
                  <a:spcPts val="0"/>
                </a:spcAft>
                <a:buNone/>
              </a:pPr>
              <a:r>
                <a:rPr b="0" i="0" lang="en-US" sz="6000" u="none" cap="none" strike="noStrike">
                  <a:solidFill>
                    <a:srgbClr val="7F7F7F"/>
                  </a:solidFill>
                  <a:latin typeface="Calibri"/>
                  <a:ea typeface="Calibri"/>
                  <a:cs typeface="Calibri"/>
                  <a:sym typeface="Calibri"/>
                </a:rPr>
                <a:t>US and Canada:  1-800-790-4001</a:t>
              </a:r>
              <a:endParaRPr/>
            </a:p>
            <a:p>
              <a:pPr indent="0" lvl="0" marL="0" marR="0" rtl="0" algn="ctr">
                <a:spcBef>
                  <a:spcPts val="0"/>
                </a:spcBef>
                <a:spcAft>
                  <a:spcPts val="0"/>
                </a:spcAft>
                <a:buNone/>
              </a:pPr>
              <a:r>
                <a:rPr b="0" i="0" lang="en-US" sz="6000" u="none" cap="none" strike="noStrike">
                  <a:solidFill>
                    <a:srgbClr val="7F7F7F"/>
                  </a:solidFill>
                  <a:latin typeface="Calibri"/>
                  <a:ea typeface="Calibri"/>
                  <a:cs typeface="Calibri"/>
                  <a:sym typeface="Calibri"/>
                </a:rPr>
                <a:t>International: +(1) 913-441-1410</a:t>
              </a:r>
              <a:br>
                <a:rPr b="0" i="0" lang="en-US" sz="6000" u="none" cap="none" strike="noStrike">
                  <a:solidFill>
                    <a:srgbClr val="7F7F7F"/>
                  </a:solidFill>
                  <a:latin typeface="Calibri"/>
                  <a:ea typeface="Calibri"/>
                  <a:cs typeface="Calibri"/>
                  <a:sym typeface="Calibri"/>
                </a:rPr>
              </a:br>
              <a:r>
                <a:rPr b="0" i="0" lang="en-US" sz="6000" u="none" cap="none" strike="noStrike">
                  <a:solidFill>
                    <a:srgbClr val="7F7F7F"/>
                  </a:solidFill>
                  <a:latin typeface="Calibri"/>
                  <a:ea typeface="Calibri"/>
                  <a:cs typeface="Calibri"/>
                  <a:sym typeface="Calibri"/>
                </a:rPr>
                <a:t>Email: info@genigraphics.com</a:t>
              </a:r>
              <a:endParaRPr/>
            </a:p>
            <a:p>
              <a:pPr indent="0" lvl="0" marL="0" marR="0" rtl="0" algn="ctr">
                <a:spcBef>
                  <a:spcPts val="0"/>
                </a:spcBef>
                <a:spcAft>
                  <a:spcPts val="0"/>
                </a:spcAft>
                <a:buNone/>
              </a:pPr>
              <a:br>
                <a:rPr b="0" i="0" lang="en-US" sz="4400" u="none" cap="none" strike="noStrike">
                  <a:solidFill>
                    <a:srgbClr val="7F7F7F"/>
                  </a:solidFill>
                  <a:latin typeface="Calibri"/>
                  <a:ea typeface="Calibri"/>
                  <a:cs typeface="Calibri"/>
                  <a:sym typeface="Calibri"/>
                </a:rPr>
              </a:br>
              <a:r>
                <a:rPr b="0" i="0" lang="en-US" sz="4400" u="none" cap="none" strike="noStrike">
                  <a:solidFill>
                    <a:srgbClr val="7F7F7F"/>
                  </a:solidFill>
                  <a:latin typeface="Calibri"/>
                  <a:ea typeface="Calibri"/>
                  <a:cs typeface="Calibri"/>
                  <a:sym typeface="Calibri"/>
                </a:rPr>
                <a:t>[This sidebar area does not print.]</a:t>
              </a:r>
              <a:endParaRPr/>
            </a:p>
          </p:txBody>
        </p:sp>
        <p:pic>
          <p:nvPicPr>
            <p:cNvPr id="19" name="Google Shape;19;p3"/>
            <p:cNvPicPr preferRelativeResize="0"/>
            <p:nvPr/>
          </p:nvPicPr>
          <p:blipFill rotWithShape="1">
            <a:blip r:embed="rId2">
              <a:alphaModFix/>
            </a:blip>
            <a:srcRect b="0" l="0" r="0" t="0"/>
            <a:stretch/>
          </p:blipFill>
          <p:spPr>
            <a:xfrm>
              <a:off x="34281342" y="8425085"/>
              <a:ext cx="11904515" cy="10246926"/>
            </a:xfrm>
            <a:prstGeom prst="rect">
              <a:avLst/>
            </a:prstGeom>
            <a:noFill/>
            <a:ln>
              <a:noFill/>
            </a:ln>
          </p:spPr>
        </p:pic>
      </p:grpSp>
      <p:pic>
        <p:nvPicPr>
          <p:cNvPr id="20" name="Google Shape;20;p3"/>
          <p:cNvPicPr preferRelativeResize="0"/>
          <p:nvPr/>
        </p:nvPicPr>
        <p:blipFill rotWithShape="1">
          <a:blip r:embed="rId3">
            <a:alphaModFix/>
          </a:blip>
          <a:srcRect b="0" l="0" r="0" t="0"/>
          <a:stretch/>
        </p:blipFill>
        <p:spPr>
          <a:xfrm>
            <a:off x="24811037" y="42504519"/>
            <a:ext cx="5297435" cy="18592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1513364" y="1713754"/>
            <a:ext cx="27240548" cy="7132373"/>
          </a:xfrm>
          <a:prstGeom prst="rect">
            <a:avLst/>
          </a:prstGeom>
          <a:noFill/>
          <a:ln>
            <a:noFill/>
          </a:ln>
        </p:spPr>
        <p:txBody>
          <a:bodyPr anchorCtr="0" anchor="ctr" bIns="208725" lIns="417450" spcFirstLastPara="1" rIns="417450" wrap="square" tIns="208725">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1513364" y="9985326"/>
            <a:ext cx="27240548" cy="28242219"/>
          </a:xfrm>
          <a:prstGeom prst="rect">
            <a:avLst/>
          </a:prstGeom>
          <a:noFill/>
          <a:ln>
            <a:noFill/>
          </a:ln>
        </p:spPr>
        <p:txBody>
          <a:bodyPr anchorCtr="0" anchor="t" bIns="208725" lIns="417450" spcFirstLastPara="1" rIns="417450" wrap="square" tIns="208725">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1513364" y="39663922"/>
            <a:ext cx="7062364" cy="2278397"/>
          </a:xfrm>
          <a:prstGeom prst="rect">
            <a:avLst/>
          </a:prstGeom>
          <a:noFill/>
          <a:ln>
            <a:noFill/>
          </a:ln>
        </p:spPr>
        <p:txBody>
          <a:bodyPr anchorCtr="0" anchor="ctr" bIns="208725" lIns="417450" spcFirstLastPara="1" rIns="417450" wrap="square" tIns="2087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10341319" y="39663922"/>
            <a:ext cx="9584637" cy="2278397"/>
          </a:xfrm>
          <a:prstGeom prst="rect">
            <a:avLst/>
          </a:prstGeom>
          <a:noFill/>
          <a:ln>
            <a:noFill/>
          </a:ln>
        </p:spPr>
        <p:txBody>
          <a:bodyPr anchorCtr="0" anchor="ctr" bIns="208725" lIns="417450" spcFirstLastPara="1" rIns="417450" wrap="square" tIns="2087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21691547" y="39663922"/>
            <a:ext cx="7062364" cy="2278397"/>
          </a:xfrm>
          <a:prstGeom prst="rect">
            <a:avLst/>
          </a:prstGeom>
          <a:noFill/>
          <a:ln>
            <a:noFill/>
          </a:ln>
        </p:spPr>
        <p:txBody>
          <a:bodyPr anchorCtr="0" anchor="ctr" bIns="208725" lIns="417450" spcFirstLastPara="1" rIns="417450" wrap="square" tIns="2087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1513364" y="1713754"/>
            <a:ext cx="27240548" cy="7132373"/>
          </a:xfrm>
          <a:prstGeom prst="rect">
            <a:avLst/>
          </a:prstGeom>
          <a:noFill/>
          <a:ln>
            <a:noFill/>
          </a:ln>
        </p:spPr>
        <p:txBody>
          <a:bodyPr anchorCtr="0" anchor="ctr" bIns="208725" lIns="417450" spcFirstLastPara="1" rIns="417450" wrap="square" tIns="208725">
            <a:normAutofit/>
          </a:bodyPr>
          <a:lstStyle>
            <a:lvl1pPr lvl="0" marR="0" rtl="0" algn="ctr">
              <a:spcBef>
                <a:spcPts val="0"/>
              </a:spcBef>
              <a:spcAft>
                <a:spcPts val="0"/>
              </a:spcAft>
              <a:buClr>
                <a:schemeClr val="dk1"/>
              </a:buClr>
              <a:buSzPts val="7600"/>
              <a:buFont typeface="Calibri"/>
              <a:buNone/>
              <a:defRPr b="0" i="0" sz="76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
          <p:cNvSpPr txBox="1"/>
          <p:nvPr>
            <p:ph idx="1" type="body"/>
          </p:nvPr>
        </p:nvSpPr>
        <p:spPr>
          <a:xfrm>
            <a:off x="1513364" y="9985326"/>
            <a:ext cx="27240548" cy="28242219"/>
          </a:xfrm>
          <a:prstGeom prst="rect">
            <a:avLst/>
          </a:prstGeom>
          <a:noFill/>
          <a:ln>
            <a:noFill/>
          </a:ln>
        </p:spPr>
        <p:txBody>
          <a:bodyPr anchorCtr="0" anchor="t" bIns="208725" lIns="417450" spcFirstLastPara="1" rIns="417450" wrap="square" tIns="208725">
            <a:normAutofit/>
          </a:bodyPr>
          <a:lstStyle>
            <a:lvl1pPr indent="-444500" lvl="0" marL="457200" marR="0" rtl="0" algn="l">
              <a:spcBef>
                <a:spcPts val="680"/>
              </a:spcBef>
              <a:spcAft>
                <a:spcPts val="0"/>
              </a:spcAft>
              <a:buClr>
                <a:schemeClr val="dk1"/>
              </a:buClr>
              <a:buSzPts val="3400"/>
              <a:buFont typeface="Arial"/>
              <a:buChar char="•"/>
              <a:defRPr b="0" i="0" sz="3400" u="none" cap="none" strike="noStrike">
                <a:solidFill>
                  <a:schemeClr val="dk1"/>
                </a:solidFill>
                <a:latin typeface="Calibri"/>
                <a:ea typeface="Calibri"/>
                <a:cs typeface="Calibri"/>
                <a:sym typeface="Calibri"/>
              </a:defRPr>
            </a:lvl1pPr>
            <a:lvl2pPr indent="-444500" lvl="1" marL="914400" marR="0" rtl="0" algn="l">
              <a:spcBef>
                <a:spcPts val="680"/>
              </a:spcBef>
              <a:spcAft>
                <a:spcPts val="0"/>
              </a:spcAft>
              <a:buClr>
                <a:schemeClr val="dk1"/>
              </a:buClr>
              <a:buSzPts val="3400"/>
              <a:buFont typeface="Arial"/>
              <a:buChar char="–"/>
              <a:defRPr b="0" i="0" sz="3400" u="none" cap="none" strike="noStrike">
                <a:solidFill>
                  <a:schemeClr val="dk1"/>
                </a:solidFill>
                <a:latin typeface="Calibri"/>
                <a:ea typeface="Calibri"/>
                <a:cs typeface="Calibri"/>
                <a:sym typeface="Calibri"/>
              </a:defRPr>
            </a:lvl2pPr>
            <a:lvl3pPr indent="-444500" lvl="2" marL="1371600" marR="0" rtl="0" algn="l">
              <a:spcBef>
                <a:spcPts val="680"/>
              </a:spcBef>
              <a:spcAft>
                <a:spcPts val="0"/>
              </a:spcAft>
              <a:buClr>
                <a:schemeClr val="dk1"/>
              </a:buClr>
              <a:buSzPts val="3400"/>
              <a:buFont typeface="Arial"/>
              <a:buChar char="•"/>
              <a:defRPr b="0" i="0" sz="3400" u="none" cap="none" strike="noStrike">
                <a:solidFill>
                  <a:schemeClr val="dk1"/>
                </a:solidFill>
                <a:latin typeface="Calibri"/>
                <a:ea typeface="Calibri"/>
                <a:cs typeface="Calibri"/>
                <a:sym typeface="Calibri"/>
              </a:defRPr>
            </a:lvl3pPr>
            <a:lvl4pPr indent="-444500" lvl="3" marL="1828800" marR="0" rtl="0" algn="l">
              <a:spcBef>
                <a:spcPts val="680"/>
              </a:spcBef>
              <a:spcAft>
                <a:spcPts val="0"/>
              </a:spcAft>
              <a:buClr>
                <a:schemeClr val="dk1"/>
              </a:buClr>
              <a:buSzPts val="3400"/>
              <a:buFont typeface="Arial"/>
              <a:buChar char="–"/>
              <a:defRPr b="0" i="0" sz="3400" u="none" cap="none" strike="noStrike">
                <a:solidFill>
                  <a:schemeClr val="dk1"/>
                </a:solidFill>
                <a:latin typeface="Calibri"/>
                <a:ea typeface="Calibri"/>
                <a:cs typeface="Calibri"/>
                <a:sym typeface="Calibri"/>
              </a:defRPr>
            </a:lvl4pPr>
            <a:lvl5pPr indent="-444500" lvl="4" marL="2286000" marR="0" rtl="0" algn="l">
              <a:spcBef>
                <a:spcPts val="680"/>
              </a:spcBef>
              <a:spcAft>
                <a:spcPts val="0"/>
              </a:spcAft>
              <a:buClr>
                <a:schemeClr val="dk1"/>
              </a:buClr>
              <a:buSzPts val="3400"/>
              <a:buFont typeface="Arial"/>
              <a:buChar char="»"/>
              <a:defRPr b="0" i="0" sz="3400" u="none" cap="none" strike="noStrike">
                <a:solidFill>
                  <a:schemeClr val="dk1"/>
                </a:solidFill>
                <a:latin typeface="Calibri"/>
                <a:ea typeface="Calibri"/>
                <a:cs typeface="Calibri"/>
                <a:sym typeface="Calibri"/>
              </a:defRPr>
            </a:lvl5pPr>
            <a:lvl6pPr indent="-806450" lvl="5" marL="2743200" marR="0" rtl="0" algn="l">
              <a:spcBef>
                <a:spcPts val="1820"/>
              </a:spcBef>
              <a:spcAft>
                <a:spcPts val="0"/>
              </a:spcAft>
              <a:buClr>
                <a:schemeClr val="dk1"/>
              </a:buClr>
              <a:buSzPts val="9100"/>
              <a:buFont typeface="Arial"/>
              <a:buChar char="•"/>
              <a:defRPr b="0" i="0" sz="9100" u="none" cap="none" strike="noStrike">
                <a:solidFill>
                  <a:schemeClr val="dk1"/>
                </a:solidFill>
                <a:latin typeface="Calibri"/>
                <a:ea typeface="Calibri"/>
                <a:cs typeface="Calibri"/>
                <a:sym typeface="Calibri"/>
              </a:defRPr>
            </a:lvl6pPr>
            <a:lvl7pPr indent="-806450" lvl="6" marL="3200400" marR="0" rtl="0" algn="l">
              <a:spcBef>
                <a:spcPts val="1820"/>
              </a:spcBef>
              <a:spcAft>
                <a:spcPts val="0"/>
              </a:spcAft>
              <a:buClr>
                <a:schemeClr val="dk1"/>
              </a:buClr>
              <a:buSzPts val="9100"/>
              <a:buFont typeface="Arial"/>
              <a:buChar char="•"/>
              <a:defRPr b="0" i="0" sz="9100" u="none" cap="none" strike="noStrike">
                <a:solidFill>
                  <a:schemeClr val="dk1"/>
                </a:solidFill>
                <a:latin typeface="Calibri"/>
                <a:ea typeface="Calibri"/>
                <a:cs typeface="Calibri"/>
                <a:sym typeface="Calibri"/>
              </a:defRPr>
            </a:lvl7pPr>
            <a:lvl8pPr indent="-806450" lvl="7" marL="3657600" marR="0" rtl="0" algn="l">
              <a:spcBef>
                <a:spcPts val="1820"/>
              </a:spcBef>
              <a:spcAft>
                <a:spcPts val="0"/>
              </a:spcAft>
              <a:buClr>
                <a:schemeClr val="dk1"/>
              </a:buClr>
              <a:buSzPts val="9100"/>
              <a:buFont typeface="Arial"/>
              <a:buChar char="•"/>
              <a:defRPr b="0" i="0" sz="9100" u="none" cap="none" strike="noStrike">
                <a:solidFill>
                  <a:schemeClr val="dk1"/>
                </a:solidFill>
                <a:latin typeface="Calibri"/>
                <a:ea typeface="Calibri"/>
                <a:cs typeface="Calibri"/>
                <a:sym typeface="Calibri"/>
              </a:defRPr>
            </a:lvl8pPr>
            <a:lvl9pPr indent="-806450" lvl="8" marL="4114800" marR="0" rtl="0" algn="l">
              <a:spcBef>
                <a:spcPts val="1820"/>
              </a:spcBef>
              <a:spcAft>
                <a:spcPts val="0"/>
              </a:spcAft>
              <a:buClr>
                <a:schemeClr val="dk1"/>
              </a:buClr>
              <a:buSzPts val="9100"/>
              <a:buFont typeface="Arial"/>
              <a:buChar char="•"/>
              <a:defRPr b="0" i="0" sz="9100" u="none" cap="none" strike="noStrike">
                <a:solidFill>
                  <a:schemeClr val="dk1"/>
                </a:solidFill>
                <a:latin typeface="Calibri"/>
                <a:ea typeface="Calibri"/>
                <a:cs typeface="Calibri"/>
                <a:sym typeface="Calibri"/>
              </a:defRPr>
            </a:lvl9pPr>
          </a:lstStyle>
          <a:p/>
        </p:txBody>
      </p:sp>
      <p:sp>
        <p:nvSpPr>
          <p:cNvPr id="8" name="Google Shape;8;p2"/>
          <p:cNvSpPr txBox="1"/>
          <p:nvPr>
            <p:ph idx="10" type="dt"/>
          </p:nvPr>
        </p:nvSpPr>
        <p:spPr>
          <a:xfrm>
            <a:off x="1513364" y="39663922"/>
            <a:ext cx="7062364" cy="2278397"/>
          </a:xfrm>
          <a:prstGeom prst="rect">
            <a:avLst/>
          </a:prstGeom>
          <a:noFill/>
          <a:ln>
            <a:noFill/>
          </a:ln>
        </p:spPr>
        <p:txBody>
          <a:bodyPr anchorCtr="0" anchor="ctr" bIns="208725" lIns="417450" spcFirstLastPara="1" rIns="417450" wrap="square" tIns="208725">
            <a:noAutofit/>
          </a:bodyPr>
          <a:lstStyle>
            <a:lvl1pPr lvl="0" marR="0" rtl="0" algn="l">
              <a:spcBef>
                <a:spcPts val="0"/>
              </a:spcBef>
              <a:spcAft>
                <a:spcPts val="0"/>
              </a:spcAft>
              <a:buSzPts val="1400"/>
              <a:buNone/>
              <a:defRPr b="0" i="0" sz="55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82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82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82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82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82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82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82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8200" u="none" cap="none" strike="noStrike">
                <a:solidFill>
                  <a:schemeClr val="dk1"/>
                </a:solidFill>
                <a:latin typeface="Calibri"/>
                <a:ea typeface="Calibri"/>
                <a:cs typeface="Calibri"/>
                <a:sym typeface="Calibri"/>
              </a:defRPr>
            </a:lvl9pPr>
          </a:lstStyle>
          <a:p/>
        </p:txBody>
      </p:sp>
      <p:sp>
        <p:nvSpPr>
          <p:cNvPr id="9" name="Google Shape;9;p2"/>
          <p:cNvSpPr txBox="1"/>
          <p:nvPr>
            <p:ph idx="11" type="ftr"/>
          </p:nvPr>
        </p:nvSpPr>
        <p:spPr>
          <a:xfrm>
            <a:off x="10341319" y="39663922"/>
            <a:ext cx="9584637" cy="2278397"/>
          </a:xfrm>
          <a:prstGeom prst="rect">
            <a:avLst/>
          </a:prstGeom>
          <a:noFill/>
          <a:ln>
            <a:noFill/>
          </a:ln>
        </p:spPr>
        <p:txBody>
          <a:bodyPr anchorCtr="0" anchor="ctr" bIns="208725" lIns="417450" spcFirstLastPara="1" rIns="417450" wrap="square" tIns="208725">
            <a:noAutofit/>
          </a:bodyPr>
          <a:lstStyle>
            <a:lvl1pPr lvl="0" marR="0" rtl="0" algn="ctr">
              <a:spcBef>
                <a:spcPts val="0"/>
              </a:spcBef>
              <a:spcAft>
                <a:spcPts val="0"/>
              </a:spcAft>
              <a:buSzPts val="1400"/>
              <a:buNone/>
              <a:defRPr b="0" i="0" sz="55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82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82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82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82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82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82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82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8200" u="none" cap="none" strike="noStrike">
                <a:solidFill>
                  <a:schemeClr val="dk1"/>
                </a:solidFill>
                <a:latin typeface="Calibri"/>
                <a:ea typeface="Calibri"/>
                <a:cs typeface="Calibri"/>
                <a:sym typeface="Calibri"/>
              </a:defRPr>
            </a:lvl9pPr>
          </a:lstStyle>
          <a:p/>
        </p:txBody>
      </p:sp>
      <p:sp>
        <p:nvSpPr>
          <p:cNvPr id="10" name="Google Shape;10;p2"/>
          <p:cNvSpPr txBox="1"/>
          <p:nvPr>
            <p:ph idx="12" type="sldNum"/>
          </p:nvPr>
        </p:nvSpPr>
        <p:spPr>
          <a:xfrm>
            <a:off x="21691547" y="39663922"/>
            <a:ext cx="7062364" cy="2278397"/>
          </a:xfrm>
          <a:prstGeom prst="rect">
            <a:avLst/>
          </a:prstGeom>
          <a:noFill/>
          <a:ln>
            <a:noFill/>
          </a:ln>
        </p:spPr>
        <p:txBody>
          <a:bodyPr anchorCtr="0" anchor="ctr" bIns="208725" lIns="417450" spcFirstLastPara="1" rIns="417450" wrap="square" tIns="208725">
            <a:noAutofit/>
          </a:bodyPr>
          <a:lstStyle>
            <a:lvl1pPr indent="0" lvl="0" marL="0" marR="0" rtl="0" algn="r">
              <a:spcBef>
                <a:spcPts val="0"/>
              </a:spcBef>
              <a:buNone/>
              <a:defRPr b="0" i="0" sz="5500" u="none" cap="none" strike="noStrike">
                <a:solidFill>
                  <a:srgbClr val="888888"/>
                </a:solidFill>
                <a:latin typeface="Calibri"/>
                <a:ea typeface="Calibri"/>
                <a:cs typeface="Calibri"/>
                <a:sym typeface="Calibri"/>
              </a:defRPr>
            </a:lvl1pPr>
            <a:lvl2pPr indent="0" lvl="1" marL="0" marR="0" rtl="0" algn="r">
              <a:spcBef>
                <a:spcPts val="0"/>
              </a:spcBef>
              <a:buNone/>
              <a:defRPr b="0" i="0" sz="5500" u="none" cap="none" strike="noStrike">
                <a:solidFill>
                  <a:srgbClr val="888888"/>
                </a:solidFill>
                <a:latin typeface="Calibri"/>
                <a:ea typeface="Calibri"/>
                <a:cs typeface="Calibri"/>
                <a:sym typeface="Calibri"/>
              </a:defRPr>
            </a:lvl2pPr>
            <a:lvl3pPr indent="0" lvl="2" marL="0" marR="0" rtl="0" algn="r">
              <a:spcBef>
                <a:spcPts val="0"/>
              </a:spcBef>
              <a:buNone/>
              <a:defRPr b="0" i="0" sz="5500" u="none" cap="none" strike="noStrike">
                <a:solidFill>
                  <a:srgbClr val="888888"/>
                </a:solidFill>
                <a:latin typeface="Calibri"/>
                <a:ea typeface="Calibri"/>
                <a:cs typeface="Calibri"/>
                <a:sym typeface="Calibri"/>
              </a:defRPr>
            </a:lvl3pPr>
            <a:lvl4pPr indent="0" lvl="3" marL="0" marR="0" rtl="0" algn="r">
              <a:spcBef>
                <a:spcPts val="0"/>
              </a:spcBef>
              <a:buNone/>
              <a:defRPr b="0" i="0" sz="5500" u="none" cap="none" strike="noStrike">
                <a:solidFill>
                  <a:srgbClr val="888888"/>
                </a:solidFill>
                <a:latin typeface="Calibri"/>
                <a:ea typeface="Calibri"/>
                <a:cs typeface="Calibri"/>
                <a:sym typeface="Calibri"/>
              </a:defRPr>
            </a:lvl4pPr>
            <a:lvl5pPr indent="0" lvl="4" marL="0" marR="0" rtl="0" algn="r">
              <a:spcBef>
                <a:spcPts val="0"/>
              </a:spcBef>
              <a:buNone/>
              <a:defRPr b="0" i="0" sz="5500" u="none" cap="none" strike="noStrike">
                <a:solidFill>
                  <a:srgbClr val="888888"/>
                </a:solidFill>
                <a:latin typeface="Calibri"/>
                <a:ea typeface="Calibri"/>
                <a:cs typeface="Calibri"/>
                <a:sym typeface="Calibri"/>
              </a:defRPr>
            </a:lvl5pPr>
            <a:lvl6pPr indent="0" lvl="5" marL="0" marR="0" rtl="0" algn="r">
              <a:spcBef>
                <a:spcPts val="0"/>
              </a:spcBef>
              <a:buNone/>
              <a:defRPr b="0" i="0" sz="5500" u="none" cap="none" strike="noStrike">
                <a:solidFill>
                  <a:srgbClr val="888888"/>
                </a:solidFill>
                <a:latin typeface="Calibri"/>
                <a:ea typeface="Calibri"/>
                <a:cs typeface="Calibri"/>
                <a:sym typeface="Calibri"/>
              </a:defRPr>
            </a:lvl6pPr>
            <a:lvl7pPr indent="0" lvl="6" marL="0" marR="0" rtl="0" algn="r">
              <a:spcBef>
                <a:spcPts val="0"/>
              </a:spcBef>
              <a:buNone/>
              <a:defRPr b="0" i="0" sz="5500" u="none" cap="none" strike="noStrike">
                <a:solidFill>
                  <a:srgbClr val="888888"/>
                </a:solidFill>
                <a:latin typeface="Calibri"/>
                <a:ea typeface="Calibri"/>
                <a:cs typeface="Calibri"/>
                <a:sym typeface="Calibri"/>
              </a:defRPr>
            </a:lvl7pPr>
            <a:lvl8pPr indent="0" lvl="7" marL="0" marR="0" rtl="0" algn="r">
              <a:spcBef>
                <a:spcPts val="0"/>
              </a:spcBef>
              <a:buNone/>
              <a:defRPr b="0" i="0" sz="5500" u="none" cap="none" strike="noStrike">
                <a:solidFill>
                  <a:srgbClr val="888888"/>
                </a:solidFill>
                <a:latin typeface="Calibri"/>
                <a:ea typeface="Calibri"/>
                <a:cs typeface="Calibri"/>
                <a:sym typeface="Calibri"/>
              </a:defRPr>
            </a:lvl8pPr>
            <a:lvl9pPr indent="0" lvl="8" marL="0" marR="0" rtl="0" algn="r">
              <a:spcBef>
                <a:spcPts val="0"/>
              </a:spcBef>
              <a:buNone/>
              <a:defRPr b="0" i="0" sz="55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3.jpg"/><Relationship Id="rId9"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2.jpg"/><Relationship Id="rId7" Type="http://schemas.openxmlformats.org/officeDocument/2006/relationships/image" Target="../media/image5.png"/><Relationship Id="rId8"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 name="Shape 30"/>
        <p:cNvGrpSpPr/>
        <p:nvPr/>
      </p:nvGrpSpPr>
      <p:grpSpPr>
        <a:xfrm>
          <a:off x="0" y="0"/>
          <a:ext cx="0" cy="0"/>
          <a:chOff x="0" y="0"/>
          <a:chExt cx="0" cy="0"/>
        </a:xfrm>
      </p:grpSpPr>
      <p:grpSp>
        <p:nvGrpSpPr>
          <p:cNvPr id="31" name="Google Shape;31;p1"/>
          <p:cNvGrpSpPr/>
          <p:nvPr/>
        </p:nvGrpSpPr>
        <p:grpSpPr>
          <a:xfrm>
            <a:off x="1144213" y="21557702"/>
            <a:ext cx="27970752" cy="6206819"/>
            <a:chOff x="230766" y="5651513"/>
            <a:chExt cx="27970752" cy="6206819"/>
          </a:xfrm>
        </p:grpSpPr>
        <p:sp>
          <p:nvSpPr>
            <p:cNvPr id="32" name="Google Shape;32;p1"/>
            <p:cNvSpPr/>
            <p:nvPr/>
          </p:nvSpPr>
          <p:spPr>
            <a:xfrm>
              <a:off x="23812016" y="6560974"/>
              <a:ext cx="4389502" cy="4388668"/>
            </a:xfrm>
            <a:prstGeom prst="ellipse">
              <a:avLst/>
            </a:prstGeom>
            <a:gradFill>
              <a:gsLst>
                <a:gs pos="0">
                  <a:srgbClr val="2D5C97"/>
                </a:gs>
                <a:gs pos="80000">
                  <a:srgbClr val="3C7AC5"/>
                </a:gs>
                <a:gs pos="100000">
                  <a:srgbClr val="397BC9"/>
                </a:gs>
              </a:gsLst>
              <a:lin ang="16200000" scaled="0"/>
            </a:gradFill>
            <a:ln>
              <a:noFill/>
            </a:ln>
            <a:effectLst>
              <a:outerShdw blurRad="40000" rotWithShape="0" dir="5400000" dist="230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1"/>
            <p:cNvSpPr/>
            <p:nvPr/>
          </p:nvSpPr>
          <p:spPr>
            <a:xfrm>
              <a:off x="23959820" y="6707288"/>
              <a:ext cx="4096683" cy="4096039"/>
            </a:xfrm>
            <a:prstGeom prst="ellipse">
              <a:avLst/>
            </a:prstGeom>
            <a:solidFill>
              <a:schemeClr val="lt1">
                <a:alpha val="89803"/>
              </a:schemeClr>
            </a:solidFill>
            <a:ln cap="flat" cmpd="sng" w="9525">
              <a:solidFill>
                <a:schemeClr val="accent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1"/>
            <p:cNvSpPr txBox="1"/>
            <p:nvPr/>
          </p:nvSpPr>
          <p:spPr>
            <a:xfrm>
              <a:off x="24545459" y="7292547"/>
              <a:ext cx="2925405" cy="2925522"/>
            </a:xfrm>
            <a:prstGeom prst="rect">
              <a:avLst/>
            </a:prstGeom>
            <a:noFill/>
            <a:ln>
              <a:noFill/>
            </a:ln>
          </p:spPr>
          <p:txBody>
            <a:bodyPr anchorCtr="0" anchor="ctr" bIns="43175" lIns="43175" spcFirstLastPara="1" rIns="43175" wrap="square" tIns="43175">
              <a:noAutofit/>
            </a:bodyPr>
            <a:lstStyle/>
            <a:p>
              <a:pPr indent="0" lvl="0" marL="0" marR="0" rtl="0" algn="ctr">
                <a:lnSpc>
                  <a:spcPct val="90000"/>
                </a:lnSpc>
                <a:spcBef>
                  <a:spcPts val="0"/>
                </a:spcBef>
                <a:spcAft>
                  <a:spcPts val="0"/>
                </a:spcAft>
                <a:buClr>
                  <a:schemeClr val="dk1"/>
                </a:buClr>
                <a:buSzPts val="3400"/>
                <a:buFont typeface="Calibri"/>
                <a:buNone/>
              </a:pPr>
              <a:r>
                <a:rPr b="0" i="0" lang="en-US" sz="3400" u="none" cap="none" strike="noStrike">
                  <a:solidFill>
                    <a:schemeClr val="dk1"/>
                  </a:solidFill>
                  <a:latin typeface="Calibri"/>
                  <a:ea typeface="Calibri"/>
                  <a:cs typeface="Calibri"/>
                  <a:sym typeface="Calibri"/>
                </a:rPr>
                <a:t>6.Make predictions on traffic sign data</a:t>
              </a:r>
              <a:endParaRPr b="0" i="0" sz="3400" u="none" cap="none" strike="noStrike">
                <a:solidFill>
                  <a:schemeClr val="dk1"/>
                </a:solidFill>
                <a:latin typeface="Calibri"/>
                <a:ea typeface="Calibri"/>
                <a:cs typeface="Calibri"/>
                <a:sym typeface="Calibri"/>
              </a:endParaRPr>
            </a:p>
          </p:txBody>
        </p:sp>
        <p:sp>
          <p:nvSpPr>
            <p:cNvPr id="35" name="Google Shape;35;p1"/>
            <p:cNvSpPr/>
            <p:nvPr/>
          </p:nvSpPr>
          <p:spPr>
            <a:xfrm rot="2700000">
              <a:off x="19277807" y="6560481"/>
              <a:ext cx="4388884" cy="4388884"/>
            </a:xfrm>
            <a:prstGeom prst="teardrop">
              <a:avLst>
                <a:gd fmla="val 100000" name="adj"/>
              </a:avLst>
            </a:prstGeom>
            <a:gradFill>
              <a:gsLst>
                <a:gs pos="0">
                  <a:srgbClr val="2D5C97"/>
                </a:gs>
                <a:gs pos="80000">
                  <a:srgbClr val="3C7AC5"/>
                </a:gs>
                <a:gs pos="100000">
                  <a:srgbClr val="397BC9"/>
                </a:gs>
              </a:gsLst>
              <a:lin ang="16200000" scaled="0"/>
            </a:gradFill>
            <a:ln>
              <a:noFill/>
            </a:ln>
            <a:effectLst>
              <a:outerShdw blurRad="40000" rotWithShape="0" dir="5400000" dist="230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1"/>
            <p:cNvSpPr/>
            <p:nvPr/>
          </p:nvSpPr>
          <p:spPr>
            <a:xfrm>
              <a:off x="19425302" y="6707288"/>
              <a:ext cx="4096683" cy="4096039"/>
            </a:xfrm>
            <a:prstGeom prst="ellipse">
              <a:avLst/>
            </a:prstGeom>
            <a:solidFill>
              <a:schemeClr val="lt1">
                <a:alpha val="89803"/>
              </a:schemeClr>
            </a:solidFill>
            <a:ln cap="flat" cmpd="sng" w="9525">
              <a:solidFill>
                <a:schemeClr val="accent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1"/>
            <p:cNvSpPr txBox="1"/>
            <p:nvPr/>
          </p:nvSpPr>
          <p:spPr>
            <a:xfrm>
              <a:off x="20010941" y="7292547"/>
              <a:ext cx="2925405" cy="2925522"/>
            </a:xfrm>
            <a:prstGeom prst="rect">
              <a:avLst/>
            </a:prstGeom>
            <a:noFill/>
            <a:ln>
              <a:noFill/>
            </a:ln>
          </p:spPr>
          <p:txBody>
            <a:bodyPr anchorCtr="0" anchor="ctr" bIns="43175" lIns="43175" spcFirstLastPara="1" rIns="43175" wrap="square" tIns="43175">
              <a:noAutofit/>
            </a:bodyPr>
            <a:lstStyle/>
            <a:p>
              <a:pPr indent="0" lvl="0" marL="0" marR="0" rtl="0" algn="ctr">
                <a:lnSpc>
                  <a:spcPct val="90000"/>
                </a:lnSpc>
                <a:spcBef>
                  <a:spcPts val="0"/>
                </a:spcBef>
                <a:spcAft>
                  <a:spcPts val="0"/>
                </a:spcAft>
                <a:buClr>
                  <a:schemeClr val="dk1"/>
                </a:buClr>
                <a:buSzPts val="3400"/>
                <a:buFont typeface="Calibri"/>
                <a:buNone/>
              </a:pPr>
              <a:r>
                <a:rPr b="0" i="0" lang="en-US" sz="3400" u="none" cap="none" strike="noStrike">
                  <a:solidFill>
                    <a:schemeClr val="dk1"/>
                  </a:solidFill>
                  <a:latin typeface="Calibri"/>
                  <a:ea typeface="Calibri"/>
                  <a:cs typeface="Calibri"/>
                  <a:sym typeface="Calibri"/>
                </a:rPr>
                <a:t>5.Implementing our prediction script</a:t>
              </a:r>
              <a:endParaRPr b="0" i="0" sz="3400" u="none" cap="none" strike="noStrike">
                <a:solidFill>
                  <a:schemeClr val="dk1"/>
                </a:solidFill>
                <a:latin typeface="Calibri"/>
                <a:ea typeface="Calibri"/>
                <a:cs typeface="Calibri"/>
                <a:sym typeface="Calibri"/>
              </a:endParaRPr>
            </a:p>
          </p:txBody>
        </p:sp>
        <p:sp>
          <p:nvSpPr>
            <p:cNvPr id="38" name="Google Shape;38;p1"/>
            <p:cNvSpPr/>
            <p:nvPr/>
          </p:nvSpPr>
          <p:spPr>
            <a:xfrm rot="2700000">
              <a:off x="14743289" y="6560481"/>
              <a:ext cx="4388884" cy="4388884"/>
            </a:xfrm>
            <a:prstGeom prst="teardrop">
              <a:avLst>
                <a:gd fmla="val 100000" name="adj"/>
              </a:avLst>
            </a:prstGeom>
            <a:gradFill>
              <a:gsLst>
                <a:gs pos="0">
                  <a:srgbClr val="2D5C97"/>
                </a:gs>
                <a:gs pos="80000">
                  <a:srgbClr val="3C7AC5"/>
                </a:gs>
                <a:gs pos="100000">
                  <a:srgbClr val="397BC9"/>
                </a:gs>
              </a:gsLst>
              <a:lin ang="16200000" scaled="0"/>
            </a:gradFill>
            <a:ln>
              <a:noFill/>
            </a:ln>
            <a:effectLst>
              <a:outerShdw blurRad="40000" rotWithShape="0" dir="5400000" dist="230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1"/>
            <p:cNvSpPr/>
            <p:nvPr/>
          </p:nvSpPr>
          <p:spPr>
            <a:xfrm>
              <a:off x="14890784" y="6707288"/>
              <a:ext cx="4096683" cy="4096039"/>
            </a:xfrm>
            <a:prstGeom prst="ellipse">
              <a:avLst/>
            </a:prstGeom>
            <a:solidFill>
              <a:schemeClr val="lt1">
                <a:alpha val="89803"/>
              </a:schemeClr>
            </a:solidFill>
            <a:ln cap="flat" cmpd="sng" w="9525">
              <a:solidFill>
                <a:schemeClr val="accent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1"/>
            <p:cNvSpPr txBox="1"/>
            <p:nvPr/>
          </p:nvSpPr>
          <p:spPr>
            <a:xfrm>
              <a:off x="15476423" y="7292547"/>
              <a:ext cx="2925405" cy="2925522"/>
            </a:xfrm>
            <a:prstGeom prst="rect">
              <a:avLst/>
            </a:prstGeom>
            <a:noFill/>
            <a:ln>
              <a:noFill/>
            </a:ln>
          </p:spPr>
          <p:txBody>
            <a:bodyPr anchorCtr="0" anchor="ctr" bIns="43175" lIns="43175" spcFirstLastPara="1" rIns="43175" wrap="square" tIns="43175">
              <a:noAutofit/>
            </a:bodyPr>
            <a:lstStyle/>
            <a:p>
              <a:pPr indent="0" lvl="0" marL="0" marR="0" rtl="0" algn="ctr">
                <a:lnSpc>
                  <a:spcPct val="90000"/>
                </a:lnSpc>
                <a:spcBef>
                  <a:spcPts val="0"/>
                </a:spcBef>
                <a:spcAft>
                  <a:spcPts val="0"/>
                </a:spcAft>
                <a:buClr>
                  <a:schemeClr val="dk1"/>
                </a:buClr>
                <a:buSzPts val="3400"/>
                <a:buFont typeface="Calibri"/>
                <a:buNone/>
              </a:pPr>
              <a:r>
                <a:rPr b="0" i="0" lang="en-US" sz="3400" u="none" cap="none" strike="noStrike">
                  <a:solidFill>
                    <a:schemeClr val="dk1"/>
                  </a:solidFill>
                  <a:latin typeface="Calibri"/>
                  <a:ea typeface="Calibri"/>
                  <a:cs typeface="Calibri"/>
                  <a:sym typeface="Calibri"/>
                </a:rPr>
                <a:t>4.Training our architecture on the traffic sign dataset</a:t>
              </a:r>
              <a:endParaRPr b="0" i="0" sz="3400" u="none" cap="none" strike="noStrike">
                <a:solidFill>
                  <a:schemeClr val="dk1"/>
                </a:solidFill>
                <a:latin typeface="Calibri"/>
                <a:ea typeface="Calibri"/>
                <a:cs typeface="Calibri"/>
                <a:sym typeface="Calibri"/>
              </a:endParaRPr>
            </a:p>
          </p:txBody>
        </p:sp>
        <p:sp>
          <p:nvSpPr>
            <p:cNvPr id="41" name="Google Shape;41;p1"/>
            <p:cNvSpPr/>
            <p:nvPr/>
          </p:nvSpPr>
          <p:spPr>
            <a:xfrm rot="2700000">
              <a:off x="10208770" y="6560481"/>
              <a:ext cx="4388884" cy="4388884"/>
            </a:xfrm>
            <a:prstGeom prst="teardrop">
              <a:avLst>
                <a:gd fmla="val 100000" name="adj"/>
              </a:avLst>
            </a:prstGeom>
            <a:gradFill>
              <a:gsLst>
                <a:gs pos="0">
                  <a:srgbClr val="2D5C97"/>
                </a:gs>
                <a:gs pos="80000">
                  <a:srgbClr val="3C7AC5"/>
                </a:gs>
                <a:gs pos="100000">
                  <a:srgbClr val="397BC9"/>
                </a:gs>
              </a:gsLst>
              <a:lin ang="16200000" scaled="0"/>
            </a:gradFill>
            <a:ln>
              <a:noFill/>
            </a:ln>
            <a:effectLst>
              <a:outerShdw blurRad="40000" rotWithShape="0" dir="5400000" dist="230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
            <p:cNvSpPr/>
            <p:nvPr/>
          </p:nvSpPr>
          <p:spPr>
            <a:xfrm>
              <a:off x="10356265" y="6707288"/>
              <a:ext cx="4096683" cy="4096039"/>
            </a:xfrm>
            <a:prstGeom prst="ellipse">
              <a:avLst/>
            </a:prstGeom>
            <a:solidFill>
              <a:schemeClr val="lt1">
                <a:alpha val="89803"/>
              </a:schemeClr>
            </a:solidFill>
            <a:ln cap="flat" cmpd="sng" w="9525">
              <a:solidFill>
                <a:schemeClr val="accent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1"/>
            <p:cNvSpPr txBox="1"/>
            <p:nvPr/>
          </p:nvSpPr>
          <p:spPr>
            <a:xfrm>
              <a:off x="10939115" y="7292547"/>
              <a:ext cx="2925405" cy="2925522"/>
            </a:xfrm>
            <a:prstGeom prst="rect">
              <a:avLst/>
            </a:prstGeom>
            <a:noFill/>
            <a:ln>
              <a:noFill/>
            </a:ln>
          </p:spPr>
          <p:txBody>
            <a:bodyPr anchorCtr="0" anchor="ctr" bIns="43175" lIns="43175" spcFirstLastPara="1" rIns="43175" wrap="square" tIns="43175">
              <a:noAutofit/>
            </a:bodyPr>
            <a:lstStyle/>
            <a:p>
              <a:pPr indent="0" lvl="0" marL="0" marR="0" rtl="0" algn="ctr">
                <a:lnSpc>
                  <a:spcPct val="90000"/>
                </a:lnSpc>
                <a:spcBef>
                  <a:spcPts val="0"/>
                </a:spcBef>
                <a:spcAft>
                  <a:spcPts val="0"/>
                </a:spcAft>
                <a:buClr>
                  <a:schemeClr val="dk1"/>
                </a:buClr>
                <a:buSzPts val="3400"/>
                <a:buFont typeface="Calibri"/>
                <a:buNone/>
              </a:pPr>
              <a:r>
                <a:rPr b="0" i="0" lang="en-US" sz="3400" u="none" cap="none" strike="noStrike">
                  <a:solidFill>
                    <a:schemeClr val="dk1"/>
                  </a:solidFill>
                  <a:latin typeface="Calibri"/>
                  <a:ea typeface="Calibri"/>
                  <a:cs typeface="Calibri"/>
                  <a:sym typeface="Calibri"/>
                </a:rPr>
                <a:t>Implementing our training script</a:t>
              </a:r>
              <a:endParaRPr/>
            </a:p>
          </p:txBody>
        </p:sp>
        <p:sp>
          <p:nvSpPr>
            <p:cNvPr id="44" name="Google Shape;44;p1"/>
            <p:cNvSpPr/>
            <p:nvPr/>
          </p:nvSpPr>
          <p:spPr>
            <a:xfrm rot="2700000">
              <a:off x="5674252" y="6560481"/>
              <a:ext cx="4388884" cy="4388884"/>
            </a:xfrm>
            <a:prstGeom prst="teardrop">
              <a:avLst>
                <a:gd fmla="val 100000" name="adj"/>
              </a:avLst>
            </a:prstGeom>
            <a:gradFill>
              <a:gsLst>
                <a:gs pos="0">
                  <a:srgbClr val="2D5C97"/>
                </a:gs>
                <a:gs pos="80000">
                  <a:srgbClr val="3C7AC5"/>
                </a:gs>
                <a:gs pos="100000">
                  <a:srgbClr val="397BC9"/>
                </a:gs>
              </a:gsLst>
              <a:lin ang="16200000" scaled="0"/>
            </a:gradFill>
            <a:ln>
              <a:noFill/>
            </a:ln>
            <a:effectLst>
              <a:outerShdw blurRad="40000" rotWithShape="0" dir="5400000" dist="230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1"/>
            <p:cNvSpPr/>
            <p:nvPr/>
          </p:nvSpPr>
          <p:spPr>
            <a:xfrm>
              <a:off x="5821747" y="6707288"/>
              <a:ext cx="4096683" cy="4096039"/>
            </a:xfrm>
            <a:prstGeom prst="ellipse">
              <a:avLst/>
            </a:prstGeom>
            <a:solidFill>
              <a:schemeClr val="lt1">
                <a:alpha val="89803"/>
              </a:schemeClr>
            </a:solidFill>
            <a:ln cap="flat" cmpd="sng" w="9525">
              <a:solidFill>
                <a:schemeClr val="accent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1"/>
            <p:cNvSpPr txBox="1"/>
            <p:nvPr/>
          </p:nvSpPr>
          <p:spPr>
            <a:xfrm>
              <a:off x="6404597" y="7292547"/>
              <a:ext cx="2925405" cy="2925522"/>
            </a:xfrm>
            <a:prstGeom prst="rect">
              <a:avLst/>
            </a:prstGeom>
            <a:noFill/>
            <a:ln>
              <a:noFill/>
            </a:ln>
          </p:spPr>
          <p:txBody>
            <a:bodyPr anchorCtr="0" anchor="ctr" bIns="43175" lIns="43175" spcFirstLastPara="1" rIns="43175" wrap="square" tIns="43175">
              <a:noAutofit/>
            </a:bodyPr>
            <a:lstStyle/>
            <a:p>
              <a:pPr indent="0" lvl="0" marL="0" marR="0" rtl="0" algn="ctr">
                <a:lnSpc>
                  <a:spcPct val="90000"/>
                </a:lnSpc>
                <a:spcBef>
                  <a:spcPts val="0"/>
                </a:spcBef>
                <a:spcAft>
                  <a:spcPts val="0"/>
                </a:spcAft>
                <a:buClr>
                  <a:schemeClr val="dk1"/>
                </a:buClr>
                <a:buSzPts val="3400"/>
                <a:buFont typeface="Calibri"/>
                <a:buNone/>
              </a:pPr>
              <a:r>
                <a:rPr b="0" i="0" lang="en-US" sz="3400" u="none" cap="none" strike="noStrike">
                  <a:solidFill>
                    <a:schemeClr val="dk1"/>
                  </a:solidFill>
                  <a:latin typeface="Calibri"/>
                  <a:ea typeface="Calibri"/>
                  <a:cs typeface="Calibri"/>
                  <a:sym typeface="Calibri"/>
                </a:rPr>
                <a:t>2.Implementing CNN traffic sign classifier</a:t>
              </a:r>
              <a:endParaRPr/>
            </a:p>
          </p:txBody>
        </p:sp>
        <p:sp>
          <p:nvSpPr>
            <p:cNvPr id="47" name="Google Shape;47;p1"/>
            <p:cNvSpPr/>
            <p:nvPr/>
          </p:nvSpPr>
          <p:spPr>
            <a:xfrm rot="2700000">
              <a:off x="1139734" y="6560481"/>
              <a:ext cx="4388884" cy="4388884"/>
            </a:xfrm>
            <a:prstGeom prst="teardrop">
              <a:avLst>
                <a:gd fmla="val 100000" name="adj"/>
              </a:avLst>
            </a:prstGeom>
            <a:gradFill>
              <a:gsLst>
                <a:gs pos="0">
                  <a:srgbClr val="2D5C97"/>
                </a:gs>
                <a:gs pos="80000">
                  <a:srgbClr val="3C7AC5"/>
                </a:gs>
                <a:gs pos="100000">
                  <a:srgbClr val="397BC9"/>
                </a:gs>
              </a:gsLst>
              <a:lin ang="16200000" scaled="0"/>
            </a:gradFill>
            <a:ln>
              <a:noFill/>
            </a:ln>
            <a:effectLst>
              <a:outerShdw blurRad="40000" rotWithShape="0" dir="5400000" dist="230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1"/>
            <p:cNvSpPr/>
            <p:nvPr/>
          </p:nvSpPr>
          <p:spPr>
            <a:xfrm>
              <a:off x="1284440" y="6707288"/>
              <a:ext cx="4096683" cy="4096039"/>
            </a:xfrm>
            <a:prstGeom prst="ellipse">
              <a:avLst/>
            </a:prstGeom>
            <a:solidFill>
              <a:schemeClr val="lt1">
                <a:alpha val="89803"/>
              </a:schemeClr>
            </a:solidFill>
            <a:ln cap="flat" cmpd="sng" w="9525">
              <a:solidFill>
                <a:schemeClr val="accent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1"/>
            <p:cNvSpPr txBox="1"/>
            <p:nvPr/>
          </p:nvSpPr>
          <p:spPr>
            <a:xfrm>
              <a:off x="1870079" y="7292547"/>
              <a:ext cx="2925405" cy="2925522"/>
            </a:xfrm>
            <a:prstGeom prst="rect">
              <a:avLst/>
            </a:prstGeom>
            <a:noFill/>
            <a:ln>
              <a:noFill/>
            </a:ln>
          </p:spPr>
          <p:txBody>
            <a:bodyPr anchorCtr="0" anchor="ctr" bIns="43175" lIns="43175" spcFirstLastPara="1" rIns="43175" wrap="square" tIns="43175">
              <a:noAutofit/>
            </a:bodyPr>
            <a:lstStyle/>
            <a:p>
              <a:pPr indent="0" lvl="0" marL="0" marR="0" rtl="0" algn="ctr">
                <a:lnSpc>
                  <a:spcPct val="90000"/>
                </a:lnSpc>
                <a:spcBef>
                  <a:spcPts val="0"/>
                </a:spcBef>
                <a:spcAft>
                  <a:spcPts val="0"/>
                </a:spcAft>
                <a:buClr>
                  <a:schemeClr val="dk1"/>
                </a:buClr>
                <a:buSzPts val="3400"/>
                <a:buFont typeface="Calibri"/>
                <a:buNone/>
              </a:pPr>
              <a:r>
                <a:rPr b="0" i="0" lang="en-US" sz="3400" u="none" cap="none" strike="noStrike">
                  <a:solidFill>
                    <a:schemeClr val="dk1"/>
                  </a:solidFill>
                  <a:latin typeface="Calibri"/>
                  <a:ea typeface="Calibri"/>
                  <a:cs typeface="Calibri"/>
                  <a:sym typeface="Calibri"/>
                </a:rPr>
                <a:t>1.Importing and loading data</a:t>
              </a:r>
              <a:endParaRPr b="0" i="0" sz="3400" u="none" cap="none" strike="noStrike">
                <a:solidFill>
                  <a:schemeClr val="dk1"/>
                </a:solidFill>
                <a:latin typeface="Calibri"/>
                <a:ea typeface="Calibri"/>
                <a:cs typeface="Calibri"/>
                <a:sym typeface="Calibri"/>
              </a:endParaRPr>
            </a:p>
          </p:txBody>
        </p:sp>
      </p:grpSp>
      <p:sp>
        <p:nvSpPr>
          <p:cNvPr id="50" name="Google Shape;50;p1"/>
          <p:cNvSpPr txBox="1"/>
          <p:nvPr/>
        </p:nvSpPr>
        <p:spPr>
          <a:xfrm>
            <a:off x="4570801" y="84189"/>
            <a:ext cx="21117102" cy="3217295"/>
          </a:xfrm>
          <a:prstGeom prst="rect">
            <a:avLst/>
          </a:prstGeom>
          <a:noFill/>
          <a:ln>
            <a:noFill/>
          </a:ln>
        </p:spPr>
        <p:txBody>
          <a:bodyPr anchorCtr="0" anchor="ctr" bIns="434850" lIns="173925" spcFirstLastPara="1" rIns="173925" wrap="square" tIns="434850">
            <a:spAutoFit/>
          </a:bodyPr>
          <a:lstStyle/>
          <a:p>
            <a:pPr indent="0" lvl="0" marL="0" marR="0" rtl="0" algn="ctr">
              <a:spcBef>
                <a:spcPts val="0"/>
              </a:spcBef>
              <a:spcAft>
                <a:spcPts val="0"/>
              </a:spcAft>
              <a:buNone/>
            </a:pPr>
            <a:r>
              <a:rPr b="1" i="0" lang="en-US" sz="7600" u="none" cap="none" strike="noStrike">
                <a:solidFill>
                  <a:srgbClr val="EAF1DD"/>
                </a:solidFill>
                <a:latin typeface="Calibri"/>
                <a:ea typeface="Calibri"/>
                <a:cs typeface="Calibri"/>
                <a:sym typeface="Calibri"/>
              </a:rPr>
              <a:t>Team AVIDA</a:t>
            </a:r>
            <a:endParaRPr/>
          </a:p>
          <a:p>
            <a:pPr indent="0" lvl="0" marL="0" marR="0" rtl="0" algn="ctr">
              <a:spcBef>
                <a:spcPts val="0"/>
              </a:spcBef>
              <a:spcAft>
                <a:spcPts val="0"/>
              </a:spcAft>
              <a:buNone/>
            </a:pPr>
            <a:r>
              <a:rPr b="1" i="0" lang="en-US" sz="7600" u="none" cap="none" strike="noStrike">
                <a:solidFill>
                  <a:srgbClr val="EAF1DD"/>
                </a:solidFill>
                <a:latin typeface="Calibri"/>
                <a:ea typeface="Calibri"/>
                <a:cs typeface="Calibri"/>
                <a:sym typeface="Calibri"/>
              </a:rPr>
              <a:t>Traffic Sign Classifier</a:t>
            </a:r>
            <a:endParaRPr/>
          </a:p>
        </p:txBody>
      </p:sp>
      <p:sp>
        <p:nvSpPr>
          <p:cNvPr id="51" name="Google Shape;51;p1"/>
          <p:cNvSpPr txBox="1"/>
          <p:nvPr/>
        </p:nvSpPr>
        <p:spPr>
          <a:xfrm>
            <a:off x="4570801" y="3120414"/>
            <a:ext cx="21117102" cy="2228867"/>
          </a:xfrm>
          <a:prstGeom prst="rect">
            <a:avLst/>
          </a:prstGeom>
          <a:noFill/>
          <a:ln>
            <a:noFill/>
          </a:ln>
        </p:spPr>
        <p:txBody>
          <a:bodyPr anchorCtr="0" anchor="ctr" bIns="173925" lIns="173925" spcFirstLastPara="1" rIns="173925" wrap="square" tIns="173925">
            <a:noAutofit/>
          </a:bodyPr>
          <a:lstStyle/>
          <a:p>
            <a:pPr indent="0" lvl="0" marL="0" marR="0" rtl="0" algn="ctr">
              <a:spcBef>
                <a:spcPts val="0"/>
              </a:spcBef>
              <a:spcAft>
                <a:spcPts val="0"/>
              </a:spcAft>
              <a:buNone/>
            </a:pPr>
            <a:r>
              <a:rPr b="0" i="0" lang="en-US" sz="4600" u="none" cap="none" strike="noStrike">
                <a:solidFill>
                  <a:srgbClr val="EAF1DD"/>
                </a:solidFill>
                <a:latin typeface="Calibri"/>
                <a:ea typeface="Calibri"/>
                <a:cs typeface="Calibri"/>
                <a:sym typeface="Calibri"/>
              </a:rPr>
              <a:t>John Smith, MD</a:t>
            </a:r>
            <a:r>
              <a:rPr b="0" baseline="30000" i="0" lang="en-US" sz="4600" u="none" cap="none" strike="noStrike">
                <a:solidFill>
                  <a:srgbClr val="EAF1DD"/>
                </a:solidFill>
                <a:latin typeface="Calibri"/>
                <a:ea typeface="Calibri"/>
                <a:cs typeface="Calibri"/>
                <a:sym typeface="Calibri"/>
              </a:rPr>
              <a:t>1</a:t>
            </a:r>
            <a:r>
              <a:rPr b="0" i="0" lang="en-US" sz="4600" u="none" cap="none" strike="noStrike">
                <a:solidFill>
                  <a:srgbClr val="EAF1DD"/>
                </a:solidFill>
                <a:latin typeface="Calibri"/>
                <a:ea typeface="Calibri"/>
                <a:cs typeface="Calibri"/>
                <a:sym typeface="Calibri"/>
              </a:rPr>
              <a:t>; Jane Doe, PhD</a:t>
            </a:r>
            <a:r>
              <a:rPr b="0" baseline="30000" i="0" lang="en-US" sz="4600" u="none" cap="none" strike="noStrike">
                <a:solidFill>
                  <a:srgbClr val="EAF1DD"/>
                </a:solidFill>
                <a:latin typeface="Calibri"/>
                <a:ea typeface="Calibri"/>
                <a:cs typeface="Calibri"/>
                <a:sym typeface="Calibri"/>
              </a:rPr>
              <a:t>2</a:t>
            </a:r>
            <a:r>
              <a:rPr b="0" i="0" lang="en-US" sz="4600" u="none" cap="none" strike="noStrike">
                <a:solidFill>
                  <a:srgbClr val="EAF1DD"/>
                </a:solidFill>
                <a:latin typeface="Calibri"/>
                <a:ea typeface="Calibri"/>
                <a:cs typeface="Calibri"/>
                <a:sym typeface="Calibri"/>
              </a:rPr>
              <a:t>; Frederick Jones, MD, PhD</a:t>
            </a:r>
            <a:r>
              <a:rPr b="0" baseline="30000" i="0" lang="en-US" sz="4600" u="none" cap="none" strike="noStrike">
                <a:solidFill>
                  <a:srgbClr val="EAF1DD"/>
                </a:solidFill>
                <a:latin typeface="Calibri"/>
                <a:ea typeface="Calibri"/>
                <a:cs typeface="Calibri"/>
                <a:sym typeface="Calibri"/>
              </a:rPr>
              <a:t>1,2</a:t>
            </a:r>
            <a:endParaRPr/>
          </a:p>
          <a:p>
            <a:pPr indent="0" lvl="0" marL="0" marR="0" rtl="0" algn="ctr">
              <a:spcBef>
                <a:spcPts val="0"/>
              </a:spcBef>
              <a:spcAft>
                <a:spcPts val="0"/>
              </a:spcAft>
              <a:buNone/>
            </a:pPr>
            <a:r>
              <a:rPr b="0" baseline="30000" i="0" lang="en-US" sz="4900" u="none" cap="none" strike="noStrike">
                <a:solidFill>
                  <a:srgbClr val="EAF1DD"/>
                </a:solidFill>
                <a:latin typeface="Calibri"/>
                <a:ea typeface="Calibri"/>
                <a:cs typeface="Calibri"/>
                <a:sym typeface="Calibri"/>
              </a:rPr>
              <a:t>1</a:t>
            </a:r>
            <a:r>
              <a:rPr b="0" i="0" lang="en-US" sz="4900" u="none" cap="none" strike="noStrike">
                <a:solidFill>
                  <a:srgbClr val="EAF1DD"/>
                </a:solidFill>
                <a:latin typeface="Calibri"/>
                <a:ea typeface="Calibri"/>
                <a:cs typeface="Calibri"/>
                <a:sym typeface="Calibri"/>
              </a:rPr>
              <a:t>University of Affiliation, </a:t>
            </a:r>
            <a:r>
              <a:rPr b="0" baseline="30000" i="0" lang="en-US" sz="4900" u="none" cap="none" strike="noStrike">
                <a:solidFill>
                  <a:srgbClr val="EAF1DD"/>
                </a:solidFill>
                <a:latin typeface="Calibri"/>
                <a:ea typeface="Calibri"/>
                <a:cs typeface="Calibri"/>
                <a:sym typeface="Calibri"/>
              </a:rPr>
              <a:t>2</a:t>
            </a:r>
            <a:r>
              <a:rPr b="0" i="0" lang="en-US" sz="4900" u="none" cap="none" strike="noStrike">
                <a:solidFill>
                  <a:srgbClr val="EAF1DD"/>
                </a:solidFill>
                <a:latin typeface="Calibri"/>
                <a:ea typeface="Calibri"/>
                <a:cs typeface="Calibri"/>
                <a:sym typeface="Calibri"/>
              </a:rPr>
              <a:t>Medical Center of Affiliation</a:t>
            </a:r>
            <a:endParaRPr sz="1700"/>
          </a:p>
        </p:txBody>
      </p:sp>
      <p:sp>
        <p:nvSpPr>
          <p:cNvPr id="52" name="Google Shape;52;p1"/>
          <p:cNvSpPr txBox="1"/>
          <p:nvPr/>
        </p:nvSpPr>
        <p:spPr>
          <a:xfrm>
            <a:off x="1261136" y="39049741"/>
            <a:ext cx="6688191" cy="1934479"/>
          </a:xfrm>
          <a:prstGeom prst="rect">
            <a:avLst/>
          </a:prstGeom>
          <a:solidFill>
            <a:srgbClr val="B7CCE4"/>
          </a:solidFill>
          <a:ln>
            <a:noFill/>
          </a:ln>
        </p:spPr>
        <p:txBody>
          <a:bodyPr anchorCtr="0" anchor="t" bIns="43475" lIns="86950" spcFirstLastPara="1" rIns="86950" wrap="square" tIns="43475">
            <a:spAutoFit/>
          </a:bodyPr>
          <a:lstStyle/>
          <a:p>
            <a:pPr indent="0" lvl="0" marL="0" marR="0" rtl="0" algn="l">
              <a:spcBef>
                <a:spcPts val="0"/>
              </a:spcBef>
              <a:spcAft>
                <a:spcPts val="0"/>
              </a:spcAft>
              <a:buNone/>
            </a:pPr>
            <a:r>
              <a:rPr b="0" i="0" lang="en-US" sz="3000" u="none" cap="none" strike="noStrike">
                <a:solidFill>
                  <a:schemeClr val="dk1"/>
                </a:solidFill>
                <a:latin typeface="Calibri"/>
                <a:ea typeface="Calibri"/>
                <a:cs typeface="Calibri"/>
                <a:sym typeface="Calibri"/>
              </a:rPr>
              <a:t>Team AVIDA</a:t>
            </a:r>
            <a:endParaRPr/>
          </a:p>
          <a:p>
            <a:pPr indent="0" lvl="0" marL="0" marR="0" rtl="0" algn="l">
              <a:spcBef>
                <a:spcPts val="0"/>
              </a:spcBef>
              <a:spcAft>
                <a:spcPts val="0"/>
              </a:spcAft>
              <a:buNone/>
            </a:pPr>
            <a:r>
              <a:rPr lang="en-US" sz="3000">
                <a:solidFill>
                  <a:schemeClr val="dk1"/>
                </a:solidFill>
                <a:latin typeface="Calibri"/>
                <a:ea typeface="Calibri"/>
                <a:cs typeface="Calibri"/>
                <a:sym typeface="Calibri"/>
              </a:rPr>
              <a:t>National institute of Technology, Agartala.</a:t>
            </a:r>
            <a:endParaRPr/>
          </a:p>
          <a:p>
            <a:pPr indent="0" lvl="0" marL="0" marR="0" rtl="0" algn="l">
              <a:spcBef>
                <a:spcPts val="0"/>
              </a:spcBef>
              <a:spcAft>
                <a:spcPts val="0"/>
              </a:spcAft>
              <a:buNone/>
            </a:pPr>
            <a:r>
              <a:rPr lang="en-US" sz="3000">
                <a:solidFill>
                  <a:schemeClr val="dk1"/>
                </a:solidFill>
                <a:latin typeface="Calibri"/>
                <a:ea typeface="Calibri"/>
                <a:cs typeface="Calibri"/>
                <a:sym typeface="Calibri"/>
              </a:rPr>
              <a:t>Phone:7905155527</a:t>
            </a:r>
            <a:endParaRPr/>
          </a:p>
          <a:p>
            <a:pPr indent="0" lvl="0" marL="0" marR="0" rtl="0" algn="l">
              <a:spcBef>
                <a:spcPts val="0"/>
              </a:spcBef>
              <a:spcAft>
                <a:spcPts val="0"/>
              </a:spcAft>
              <a:buNone/>
            </a:pPr>
            <a:r>
              <a:t/>
            </a:r>
            <a:endParaRPr sz="3000">
              <a:solidFill>
                <a:schemeClr val="dk1"/>
              </a:solidFill>
              <a:latin typeface="Calibri"/>
              <a:ea typeface="Calibri"/>
              <a:cs typeface="Calibri"/>
              <a:sym typeface="Calibri"/>
            </a:endParaRPr>
          </a:p>
        </p:txBody>
      </p:sp>
      <p:sp>
        <p:nvSpPr>
          <p:cNvPr id="53" name="Google Shape;53;p1"/>
          <p:cNvSpPr txBox="1"/>
          <p:nvPr/>
        </p:nvSpPr>
        <p:spPr>
          <a:xfrm>
            <a:off x="1261136" y="37890733"/>
            <a:ext cx="2385859" cy="918816"/>
          </a:xfrm>
          <a:prstGeom prst="rect">
            <a:avLst/>
          </a:prstGeom>
          <a:noFill/>
          <a:ln>
            <a:noFill/>
          </a:ln>
        </p:spPr>
        <p:txBody>
          <a:bodyPr anchorCtr="0" anchor="t" bIns="43475" lIns="86950" spcFirstLastPara="1" rIns="86950" wrap="square" tIns="43475">
            <a:spAutoFit/>
          </a:bodyPr>
          <a:lstStyle/>
          <a:p>
            <a:pPr indent="0" lvl="0" marL="0" marR="0" rtl="0" algn="l">
              <a:spcBef>
                <a:spcPts val="0"/>
              </a:spcBef>
              <a:spcAft>
                <a:spcPts val="0"/>
              </a:spcAft>
              <a:buNone/>
            </a:pPr>
            <a:r>
              <a:rPr b="1" lang="en-US" sz="5400">
                <a:solidFill>
                  <a:schemeClr val="dk1"/>
                </a:solidFill>
                <a:latin typeface="Calibri"/>
                <a:ea typeface="Calibri"/>
                <a:cs typeface="Calibri"/>
                <a:sym typeface="Calibri"/>
              </a:rPr>
              <a:t>Contact</a:t>
            </a:r>
            <a:endParaRPr/>
          </a:p>
        </p:txBody>
      </p:sp>
      <p:sp>
        <p:nvSpPr>
          <p:cNvPr id="54" name="Google Shape;54;p1"/>
          <p:cNvSpPr txBox="1"/>
          <p:nvPr/>
        </p:nvSpPr>
        <p:spPr>
          <a:xfrm>
            <a:off x="15133638" y="39049741"/>
            <a:ext cx="13452122" cy="2852949"/>
          </a:xfrm>
          <a:prstGeom prst="rect">
            <a:avLst/>
          </a:prstGeom>
          <a:noFill/>
          <a:ln>
            <a:noFill/>
          </a:ln>
        </p:spPr>
        <p:txBody>
          <a:bodyPr anchorCtr="0" anchor="t" bIns="86950" lIns="86950" spcFirstLastPara="1" rIns="86950" wrap="square" tIns="86950">
            <a:noAutofit/>
          </a:bodyPr>
          <a:lstStyle/>
          <a:p>
            <a:pPr indent="-342900" lvl="0" marL="342900" marR="0" rtl="0" algn="l">
              <a:spcBef>
                <a:spcPts val="0"/>
              </a:spcBef>
              <a:spcAft>
                <a:spcPts val="0"/>
              </a:spcAft>
              <a:buClr>
                <a:schemeClr val="dk1"/>
              </a:buClr>
              <a:buSzPts val="1600"/>
              <a:buFont typeface="Calibri"/>
              <a:buAutoNum type="arabicPeriod"/>
            </a:pPr>
            <a:r>
              <a:rPr lang="en-US" sz="1600">
                <a:solidFill>
                  <a:schemeClr val="dk1"/>
                </a:solidFill>
                <a:latin typeface="Calibri"/>
                <a:ea typeface="Calibri"/>
                <a:cs typeface="Calibri"/>
                <a:sym typeface="Calibri"/>
              </a:rPr>
              <a:t>https://pyimagesearch.com/2019/11/04/traffic-sign-classification-with-</a:t>
            </a:r>
            <a:endParaRPr/>
          </a:p>
          <a:p>
            <a:pPr indent="-342900" lvl="0" marL="342900" marR="0" rtl="0" algn="l">
              <a:spcBef>
                <a:spcPts val="0"/>
              </a:spcBef>
              <a:spcAft>
                <a:spcPts val="0"/>
              </a:spcAft>
              <a:buClr>
                <a:schemeClr val="dk1"/>
              </a:buClr>
              <a:buSzPts val="1600"/>
              <a:buFont typeface="Calibri"/>
              <a:buAutoNum type="arabicPeriod"/>
            </a:pPr>
            <a:r>
              <a:rPr lang="en-US" sz="1600">
                <a:solidFill>
                  <a:schemeClr val="dk1"/>
                </a:solidFill>
                <a:latin typeface="Calibri"/>
                <a:ea typeface="Calibri"/>
                <a:cs typeface="Calibri"/>
                <a:sym typeface="Calibri"/>
              </a:rPr>
              <a:t>keras-and-deep-learning/</a:t>
            </a:r>
            <a:endParaRPr/>
          </a:p>
          <a:p>
            <a:pPr indent="-342900" lvl="0" marL="342900" marR="0" rtl="0" algn="l">
              <a:spcBef>
                <a:spcPts val="0"/>
              </a:spcBef>
              <a:spcAft>
                <a:spcPts val="0"/>
              </a:spcAft>
              <a:buClr>
                <a:schemeClr val="dk1"/>
              </a:buClr>
              <a:buSzPts val="1600"/>
              <a:buFont typeface="Calibri"/>
              <a:buAutoNum type="arabicPeriod"/>
            </a:pPr>
            <a:r>
              <a:rPr lang="en-US" sz="1600">
                <a:solidFill>
                  <a:schemeClr val="dk1"/>
                </a:solidFill>
                <a:latin typeface="Calibri"/>
                <a:ea typeface="Calibri"/>
                <a:cs typeface="Calibri"/>
                <a:sym typeface="Calibri"/>
              </a:rPr>
              <a:t> https://towardsdatascience.com/building-a-road-sign-classifier-in-keras-764df99fdd6a</a:t>
            </a:r>
            <a:endParaRPr/>
          </a:p>
          <a:p>
            <a:pPr indent="-342900" lvl="0" marL="342900" marR="0" rtl="0" algn="l">
              <a:spcBef>
                <a:spcPts val="0"/>
              </a:spcBef>
              <a:spcAft>
                <a:spcPts val="0"/>
              </a:spcAft>
              <a:buClr>
                <a:schemeClr val="dk1"/>
              </a:buClr>
              <a:buSzPts val="1600"/>
              <a:buFont typeface="Calibri"/>
              <a:buAutoNum type="arabicPeriod"/>
            </a:pPr>
            <a:r>
              <a:rPr lang="en-US" sz="1600">
                <a:solidFill>
                  <a:schemeClr val="dk1"/>
                </a:solidFill>
                <a:latin typeface="Calibri"/>
                <a:ea typeface="Calibri"/>
                <a:cs typeface="Calibri"/>
                <a:sym typeface="Calibri"/>
              </a:rPr>
              <a:t> https://github.com/liferlisiqi/Traffic-Sign-Classifier</a:t>
            </a:r>
            <a:endParaRPr/>
          </a:p>
          <a:p>
            <a:pPr indent="-342900" lvl="0" marL="342900" marR="0" rtl="0" algn="l">
              <a:spcBef>
                <a:spcPts val="0"/>
              </a:spcBef>
              <a:spcAft>
                <a:spcPts val="0"/>
              </a:spcAft>
              <a:buClr>
                <a:schemeClr val="dk1"/>
              </a:buClr>
              <a:buSzPts val="1600"/>
              <a:buFont typeface="Calibri"/>
              <a:buAutoNum type="arabicPeriod"/>
            </a:pPr>
            <a:r>
              <a:rPr lang="en-US" sz="1600">
                <a:solidFill>
                  <a:schemeClr val="dk1"/>
                </a:solidFill>
                <a:latin typeface="Calibri"/>
                <a:ea typeface="Calibri"/>
                <a:cs typeface="Calibri"/>
                <a:sym typeface="Calibri"/>
              </a:rPr>
              <a:t> https://www.kaggle.com/datasets/meowmeowmeowmeowmeow/gtsrb-german-traffic-sign</a:t>
            </a:r>
            <a:endParaRPr/>
          </a:p>
          <a:p>
            <a:pPr indent="-342900" lvl="0" marL="342900" marR="0" rtl="0" algn="l">
              <a:spcBef>
                <a:spcPts val="0"/>
              </a:spcBef>
              <a:spcAft>
                <a:spcPts val="0"/>
              </a:spcAft>
              <a:buClr>
                <a:schemeClr val="dk1"/>
              </a:buClr>
              <a:buSzPts val="1600"/>
              <a:buFont typeface="Calibri"/>
              <a:buAutoNum type="arabicPeriod"/>
            </a:pPr>
            <a:r>
              <a:rPr lang="en-US" sz="1600">
                <a:solidFill>
                  <a:schemeClr val="dk1"/>
                </a:solidFill>
                <a:latin typeface="Calibri"/>
                <a:ea typeface="Calibri"/>
                <a:cs typeface="Calibri"/>
                <a:sym typeface="Calibri"/>
              </a:rPr>
              <a:t> https://github.com/DeepranjanG/Traffic_sign_classification</a:t>
            </a:r>
            <a:endParaRPr/>
          </a:p>
          <a:p>
            <a:pPr indent="-342900" lvl="0" marL="342900" marR="0" rtl="0" algn="l">
              <a:spcBef>
                <a:spcPts val="0"/>
              </a:spcBef>
              <a:spcAft>
                <a:spcPts val="0"/>
              </a:spcAft>
              <a:buClr>
                <a:schemeClr val="dk1"/>
              </a:buClr>
              <a:buSzPts val="1600"/>
              <a:buFont typeface="Calibri"/>
              <a:buAutoNum type="arabicPeriod"/>
            </a:pPr>
            <a:r>
              <a:rPr lang="en-US" sz="1600">
                <a:solidFill>
                  <a:schemeClr val="dk1"/>
                </a:solidFill>
                <a:latin typeface="Calibri"/>
                <a:ea typeface="Calibri"/>
                <a:cs typeface="Calibri"/>
                <a:sym typeface="Calibri"/>
              </a:rPr>
              <a:t> https://youtu.be/Vtc64rPHZ6I</a:t>
            </a:r>
            <a:endParaRPr/>
          </a:p>
          <a:p>
            <a:pPr indent="-342900" lvl="0" marL="342900" marR="0" rtl="0" algn="l">
              <a:spcBef>
                <a:spcPts val="0"/>
              </a:spcBef>
              <a:spcAft>
                <a:spcPts val="0"/>
              </a:spcAft>
              <a:buClr>
                <a:schemeClr val="dk1"/>
              </a:buClr>
              <a:buSzPts val="1600"/>
              <a:buFont typeface="Calibri"/>
              <a:buAutoNum type="arabicPeriod"/>
            </a:pPr>
            <a:r>
              <a:rPr lang="en-US" sz="1600">
                <a:solidFill>
                  <a:schemeClr val="dk1"/>
                </a:solidFill>
                <a:latin typeface="Calibri"/>
                <a:ea typeface="Calibri"/>
                <a:cs typeface="Calibri"/>
                <a:sym typeface="Calibri"/>
              </a:rPr>
              <a:t> https://youtu.be/tPYj3fFJGjk</a:t>
            </a:r>
            <a:endParaRPr/>
          </a:p>
          <a:p>
            <a:pPr indent="-342900" lvl="0" marL="342900" marR="0" rtl="0" algn="l">
              <a:spcBef>
                <a:spcPts val="0"/>
              </a:spcBef>
              <a:spcAft>
                <a:spcPts val="0"/>
              </a:spcAft>
              <a:buClr>
                <a:schemeClr val="dk1"/>
              </a:buClr>
              <a:buSzPts val="1600"/>
              <a:buFont typeface="Calibri"/>
              <a:buAutoNum type="arabicPeriod"/>
            </a:pPr>
            <a:r>
              <a:rPr lang="en-US" sz="1600">
                <a:solidFill>
                  <a:schemeClr val="dk1"/>
                </a:solidFill>
                <a:latin typeface="Calibri"/>
                <a:ea typeface="Calibri"/>
                <a:cs typeface="Calibri"/>
                <a:sym typeface="Calibri"/>
              </a:rPr>
              <a:t> https://youtu.be/SWaYRyi0TTs</a:t>
            </a:r>
            <a:endParaRPr/>
          </a:p>
          <a:p>
            <a:pPr indent="-333250" lvl="0" marL="43485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p:txBody>
      </p:sp>
      <p:sp>
        <p:nvSpPr>
          <p:cNvPr id="55" name="Google Shape;55;p1"/>
          <p:cNvSpPr txBox="1"/>
          <p:nvPr/>
        </p:nvSpPr>
        <p:spPr>
          <a:xfrm>
            <a:off x="15133638" y="37890733"/>
            <a:ext cx="3325668" cy="918816"/>
          </a:xfrm>
          <a:prstGeom prst="rect">
            <a:avLst/>
          </a:prstGeom>
          <a:noFill/>
          <a:ln>
            <a:noFill/>
          </a:ln>
        </p:spPr>
        <p:txBody>
          <a:bodyPr anchorCtr="0" anchor="t" bIns="43475" lIns="86950" spcFirstLastPara="1" rIns="86950" wrap="square" tIns="43475">
            <a:spAutoFit/>
          </a:bodyPr>
          <a:lstStyle/>
          <a:p>
            <a:pPr indent="0" lvl="0" marL="0" marR="0" rtl="0" algn="l">
              <a:spcBef>
                <a:spcPts val="0"/>
              </a:spcBef>
              <a:spcAft>
                <a:spcPts val="0"/>
              </a:spcAft>
              <a:buNone/>
            </a:pPr>
            <a:r>
              <a:rPr b="1" lang="en-US" sz="5400">
                <a:solidFill>
                  <a:schemeClr val="dk1"/>
                </a:solidFill>
                <a:latin typeface="Calibri"/>
                <a:ea typeface="Calibri"/>
                <a:cs typeface="Calibri"/>
                <a:sym typeface="Calibri"/>
              </a:rPr>
              <a:t>References</a:t>
            </a:r>
            <a:endParaRPr/>
          </a:p>
        </p:txBody>
      </p:sp>
      <p:sp>
        <p:nvSpPr>
          <p:cNvPr id="56" name="Google Shape;56;p1"/>
          <p:cNvSpPr txBox="1"/>
          <p:nvPr/>
        </p:nvSpPr>
        <p:spPr>
          <a:xfrm>
            <a:off x="1681515" y="7132373"/>
            <a:ext cx="8407576" cy="7276250"/>
          </a:xfrm>
          <a:prstGeom prst="rect">
            <a:avLst/>
          </a:prstGeom>
          <a:solidFill>
            <a:schemeClr val="lt1"/>
          </a:solidFill>
          <a:ln cap="flat" cmpd="sng" w="12700">
            <a:solidFill>
              <a:srgbClr val="366092"/>
            </a:solidFill>
            <a:prstDash val="solid"/>
            <a:round/>
            <a:headEnd len="sm" w="sm" type="none"/>
            <a:tailEnd len="sm" w="sm" type="none"/>
          </a:ln>
        </p:spPr>
        <p:txBody>
          <a:bodyPr anchorCtr="0" anchor="t" bIns="173925" lIns="173925" spcFirstLastPara="1" rIns="173925" wrap="square" tIns="173925">
            <a:spAutoFit/>
          </a:bodyPr>
          <a:lstStyle/>
          <a:p>
            <a:pPr indent="0" lvl="0" marL="0" marR="0" rtl="0" algn="l">
              <a:spcBef>
                <a:spcPts val="0"/>
              </a:spcBef>
              <a:spcAft>
                <a:spcPts val="0"/>
              </a:spcAft>
              <a:buNone/>
            </a:pPr>
            <a:r>
              <a:rPr b="0" lang="en-US" sz="3000" u="none">
                <a:solidFill>
                  <a:schemeClr val="dk1"/>
                </a:solidFill>
                <a:latin typeface="Calibri"/>
                <a:ea typeface="Calibri"/>
                <a:cs typeface="Calibri"/>
                <a:sym typeface="Calibri"/>
              </a:rPr>
              <a:t>Discussing and implementing the concept of traffic sign classification and</a:t>
            </a:r>
            <a:endParaRPr/>
          </a:p>
          <a:p>
            <a:pPr indent="0" lvl="0" marL="0" marR="0" rtl="0" algn="l">
              <a:spcBef>
                <a:spcPts val="0"/>
              </a:spcBef>
              <a:spcAft>
                <a:spcPts val="0"/>
              </a:spcAft>
              <a:buNone/>
            </a:pPr>
            <a:r>
              <a:rPr b="0" lang="en-US" sz="3000" u="none">
                <a:solidFill>
                  <a:schemeClr val="dk1"/>
                </a:solidFill>
                <a:latin typeface="Calibri"/>
                <a:ea typeface="Calibri"/>
                <a:cs typeface="Calibri"/>
                <a:sym typeface="Calibri"/>
              </a:rPr>
              <a:t>recognition, using a dataset.</a:t>
            </a:r>
            <a:endParaRPr/>
          </a:p>
          <a:p>
            <a:pPr indent="0" lvl="0" marL="0" marR="0" rtl="0" algn="l">
              <a:spcBef>
                <a:spcPts val="0"/>
              </a:spcBef>
              <a:spcAft>
                <a:spcPts val="0"/>
              </a:spcAft>
              <a:buNone/>
            </a:pPr>
            <a:r>
              <a:rPr b="0" lang="en-US" sz="3000" u="none">
                <a:solidFill>
                  <a:schemeClr val="dk1"/>
                </a:solidFill>
                <a:latin typeface="Calibri"/>
                <a:ea typeface="Calibri"/>
                <a:cs typeface="Calibri"/>
                <a:sym typeface="Calibri"/>
              </a:rPr>
              <a:t>Reviewing our directory structure for the project.</a:t>
            </a:r>
            <a:endParaRPr/>
          </a:p>
          <a:p>
            <a:pPr indent="0" lvl="0" marL="0" marR="0" rtl="0" algn="l">
              <a:spcBef>
                <a:spcPts val="0"/>
              </a:spcBef>
              <a:spcAft>
                <a:spcPts val="0"/>
              </a:spcAft>
              <a:buNone/>
            </a:pPr>
            <a:r>
              <a:rPr b="0" lang="en-US" sz="3000" u="none">
                <a:solidFill>
                  <a:schemeClr val="dk1"/>
                </a:solidFill>
                <a:latin typeface="Calibri"/>
                <a:ea typeface="Calibri"/>
                <a:cs typeface="Calibri"/>
                <a:sym typeface="Calibri"/>
              </a:rPr>
              <a:t>Implementation of TrafficSignNet, a Convolutional Neural Network which will</a:t>
            </a:r>
            <a:endParaRPr/>
          </a:p>
          <a:p>
            <a:pPr indent="0" lvl="0" marL="0" marR="0" rtl="0" algn="l">
              <a:spcBef>
                <a:spcPts val="0"/>
              </a:spcBef>
              <a:spcAft>
                <a:spcPts val="0"/>
              </a:spcAft>
              <a:buNone/>
            </a:pPr>
            <a:r>
              <a:rPr b="0" lang="en-US" sz="3000" u="none">
                <a:solidFill>
                  <a:schemeClr val="dk1"/>
                </a:solidFill>
                <a:latin typeface="Calibri"/>
                <a:ea typeface="Calibri"/>
                <a:cs typeface="Calibri"/>
                <a:sym typeface="Calibri"/>
              </a:rPr>
              <a:t>help in training using our dataset.</a:t>
            </a:r>
            <a:endParaRPr/>
          </a:p>
          <a:p>
            <a:pPr indent="0" lvl="0" marL="0" marR="0" rtl="0" algn="l">
              <a:spcBef>
                <a:spcPts val="0"/>
              </a:spcBef>
              <a:spcAft>
                <a:spcPts val="0"/>
              </a:spcAft>
              <a:buNone/>
            </a:pPr>
            <a:r>
              <a:rPr b="0" lang="en-US" sz="3000" u="none">
                <a:solidFill>
                  <a:schemeClr val="dk1"/>
                </a:solidFill>
                <a:latin typeface="Calibri"/>
                <a:ea typeface="Calibri"/>
                <a:cs typeface="Calibri"/>
                <a:sym typeface="Calibri"/>
              </a:rPr>
              <a:t>Given our trained model, evaluating its accuracy on the test data and even</a:t>
            </a:r>
            <a:endParaRPr/>
          </a:p>
          <a:p>
            <a:pPr indent="0" lvl="0" marL="0" marR="0" rtl="0" algn="l">
              <a:spcBef>
                <a:spcPts val="0"/>
              </a:spcBef>
              <a:spcAft>
                <a:spcPts val="0"/>
              </a:spcAft>
              <a:buNone/>
            </a:pPr>
            <a:r>
              <a:rPr b="0" lang="en-US" sz="3000" u="none">
                <a:solidFill>
                  <a:schemeClr val="dk1"/>
                </a:solidFill>
                <a:latin typeface="Calibri"/>
                <a:ea typeface="Calibri"/>
                <a:cs typeface="Calibri"/>
                <a:sym typeface="Calibri"/>
              </a:rPr>
              <a:t>learn how to make predictions on new input data as well.</a:t>
            </a:r>
            <a:endParaRPr/>
          </a:p>
          <a:p>
            <a:pPr indent="0" lvl="0" marL="0" marR="0" rtl="0" algn="l">
              <a:spcBef>
                <a:spcPts val="0"/>
              </a:spcBef>
              <a:spcAft>
                <a:spcPts val="0"/>
              </a:spcAft>
              <a:buNone/>
            </a:pPr>
            <a:r>
              <a:rPr b="0" lang="en-US" sz="3000" u="none">
                <a:solidFill>
                  <a:schemeClr val="dk1"/>
                </a:solidFill>
                <a:latin typeface="Calibri"/>
                <a:ea typeface="Calibri"/>
                <a:cs typeface="Calibri"/>
                <a:sym typeface="Calibri"/>
              </a:rPr>
              <a:t>Hence our major aim is to build a Road Sign Classifier in Keras or writing a CNN</a:t>
            </a:r>
            <a:endParaRPr/>
          </a:p>
          <a:p>
            <a:pPr indent="0" lvl="0" marL="0" marR="0" rtl="0" algn="l">
              <a:spcBef>
                <a:spcPts val="0"/>
              </a:spcBef>
              <a:spcAft>
                <a:spcPts val="0"/>
              </a:spcAft>
              <a:buNone/>
            </a:pPr>
            <a:r>
              <a:rPr b="0" lang="en-US" sz="3000" u="none">
                <a:solidFill>
                  <a:schemeClr val="dk1"/>
                </a:solidFill>
                <a:latin typeface="Calibri"/>
                <a:ea typeface="Calibri"/>
                <a:cs typeface="Calibri"/>
                <a:sym typeface="Calibri"/>
              </a:rPr>
              <a:t>that classifies over 43 types of road signs in the Keras framework.</a:t>
            </a:r>
            <a:endParaRPr/>
          </a:p>
        </p:txBody>
      </p:sp>
      <p:sp>
        <p:nvSpPr>
          <p:cNvPr id="57" name="Google Shape;57;p1"/>
          <p:cNvSpPr/>
          <p:nvPr/>
        </p:nvSpPr>
        <p:spPr>
          <a:xfrm>
            <a:off x="1681515" y="6240826"/>
            <a:ext cx="8407576" cy="891547"/>
          </a:xfrm>
          <a:prstGeom prst="rect">
            <a:avLst/>
          </a:prstGeom>
          <a:solidFill>
            <a:srgbClr val="366092"/>
          </a:solidFill>
          <a:ln cap="flat" cmpd="sng" w="25400">
            <a:solidFill>
              <a:srgbClr val="395E89"/>
            </a:solidFill>
            <a:prstDash val="solid"/>
            <a:round/>
            <a:headEnd len="sm" w="sm" type="none"/>
            <a:tailEnd len="sm" w="sm" type="none"/>
          </a:ln>
        </p:spPr>
        <p:txBody>
          <a:bodyPr anchorCtr="0" anchor="ctr" bIns="43475" lIns="86950" spcFirstLastPara="1" rIns="86950" wrap="square" tIns="43475">
            <a:noAutofit/>
          </a:bodyPr>
          <a:lstStyle/>
          <a:p>
            <a:pPr indent="0" lvl="0" marL="0" marR="0" rtl="0" algn="ctr">
              <a:spcBef>
                <a:spcPts val="0"/>
              </a:spcBef>
              <a:spcAft>
                <a:spcPts val="0"/>
              </a:spcAft>
              <a:buNone/>
            </a:pPr>
            <a:r>
              <a:rPr b="1" lang="en-US" sz="5400">
                <a:solidFill>
                  <a:srgbClr val="EAF1DD"/>
                </a:solidFill>
                <a:latin typeface="Calibri"/>
                <a:ea typeface="Calibri"/>
                <a:cs typeface="Calibri"/>
                <a:sym typeface="Calibri"/>
              </a:rPr>
              <a:t>Abstract</a:t>
            </a:r>
            <a:endParaRPr/>
          </a:p>
        </p:txBody>
      </p:sp>
      <p:sp>
        <p:nvSpPr>
          <p:cNvPr id="58" name="Google Shape;58;p1"/>
          <p:cNvSpPr txBox="1"/>
          <p:nvPr/>
        </p:nvSpPr>
        <p:spPr>
          <a:xfrm>
            <a:off x="20213461" y="17840487"/>
            <a:ext cx="8407576" cy="812942"/>
          </a:xfrm>
          <a:prstGeom prst="rect">
            <a:avLst/>
          </a:prstGeom>
          <a:solidFill>
            <a:schemeClr val="lt1"/>
          </a:solidFill>
          <a:ln cap="flat" cmpd="sng" w="12700">
            <a:solidFill>
              <a:srgbClr val="366092"/>
            </a:solidFill>
            <a:prstDash val="solid"/>
            <a:round/>
            <a:headEnd len="sm" w="sm" type="none"/>
            <a:tailEnd len="sm" w="sm" type="none"/>
          </a:ln>
        </p:spPr>
        <p:txBody>
          <a:bodyPr anchorCtr="0" anchor="t" bIns="173925" lIns="173925" spcFirstLastPara="1" rIns="173925" wrap="square" tIns="173925">
            <a:spAutoFit/>
          </a:bodyPr>
          <a:lstStyle/>
          <a:p>
            <a:pPr indent="0" lvl="0" marL="0" marR="0" rtl="0" algn="l">
              <a:spcBef>
                <a:spcPts val="0"/>
              </a:spcBef>
              <a:spcAft>
                <a:spcPts val="0"/>
              </a:spcAft>
              <a:buNone/>
            </a:pPr>
            <a:r>
              <a:t/>
            </a:r>
            <a:endParaRPr b="0" sz="3000" u="none">
              <a:solidFill>
                <a:schemeClr val="dk1"/>
              </a:solidFill>
              <a:latin typeface="Calibri"/>
              <a:ea typeface="Calibri"/>
              <a:cs typeface="Calibri"/>
              <a:sym typeface="Calibri"/>
            </a:endParaRPr>
          </a:p>
        </p:txBody>
      </p:sp>
      <p:sp>
        <p:nvSpPr>
          <p:cNvPr id="59" name="Google Shape;59;p1"/>
          <p:cNvSpPr/>
          <p:nvPr/>
        </p:nvSpPr>
        <p:spPr>
          <a:xfrm>
            <a:off x="1681515" y="16493613"/>
            <a:ext cx="8407576" cy="891547"/>
          </a:xfrm>
          <a:prstGeom prst="rect">
            <a:avLst/>
          </a:prstGeom>
          <a:solidFill>
            <a:srgbClr val="366092"/>
          </a:solidFill>
          <a:ln cap="flat" cmpd="sng" w="25400">
            <a:solidFill>
              <a:srgbClr val="395E89"/>
            </a:solidFill>
            <a:prstDash val="solid"/>
            <a:round/>
            <a:headEnd len="sm" w="sm" type="none"/>
            <a:tailEnd len="sm" w="sm" type="none"/>
          </a:ln>
        </p:spPr>
        <p:txBody>
          <a:bodyPr anchorCtr="0" anchor="ctr" bIns="43475" lIns="86950" spcFirstLastPara="1" rIns="86950" wrap="square" tIns="43475">
            <a:noAutofit/>
          </a:bodyPr>
          <a:lstStyle/>
          <a:p>
            <a:pPr indent="0" lvl="0" marL="0" marR="0" rtl="0" algn="ctr">
              <a:spcBef>
                <a:spcPts val="0"/>
              </a:spcBef>
              <a:spcAft>
                <a:spcPts val="0"/>
              </a:spcAft>
              <a:buNone/>
            </a:pPr>
            <a:r>
              <a:rPr b="1" lang="en-US" sz="5400">
                <a:solidFill>
                  <a:srgbClr val="EAF1DD"/>
                </a:solidFill>
                <a:latin typeface="Calibri"/>
                <a:ea typeface="Calibri"/>
                <a:cs typeface="Calibri"/>
                <a:sym typeface="Calibri"/>
              </a:rPr>
              <a:t>Introduction</a:t>
            </a:r>
            <a:endParaRPr/>
          </a:p>
        </p:txBody>
      </p:sp>
      <p:sp>
        <p:nvSpPr>
          <p:cNvPr id="60" name="Google Shape;60;p1"/>
          <p:cNvSpPr txBox="1"/>
          <p:nvPr/>
        </p:nvSpPr>
        <p:spPr>
          <a:xfrm>
            <a:off x="10929850" y="7132373"/>
            <a:ext cx="8407576" cy="13277893"/>
          </a:xfrm>
          <a:prstGeom prst="rect">
            <a:avLst/>
          </a:prstGeom>
          <a:solidFill>
            <a:schemeClr val="lt1"/>
          </a:solidFill>
          <a:ln cap="flat" cmpd="sng" w="12700">
            <a:solidFill>
              <a:srgbClr val="366092"/>
            </a:solidFill>
            <a:prstDash val="solid"/>
            <a:round/>
            <a:headEnd len="sm" w="sm" type="none"/>
            <a:tailEnd len="sm" w="sm" type="none"/>
          </a:ln>
        </p:spPr>
        <p:txBody>
          <a:bodyPr anchorCtr="0" anchor="t" bIns="173925" lIns="173925" spcFirstLastPara="1" rIns="173925" wrap="square" tIns="173925">
            <a:spAutoFit/>
          </a:bodyPr>
          <a:lstStyle/>
          <a:p>
            <a:pPr indent="0" lvl="0" marL="0" marR="0" rtl="0" algn="l">
              <a:spcBef>
                <a:spcPts val="0"/>
              </a:spcBef>
              <a:spcAft>
                <a:spcPts val="0"/>
              </a:spcAft>
              <a:buNone/>
            </a:pPr>
            <a:r>
              <a:rPr b="0" lang="en-US" sz="3000" u="none">
                <a:solidFill>
                  <a:schemeClr val="dk1"/>
                </a:solidFill>
                <a:latin typeface="Calibri"/>
                <a:ea typeface="Calibri"/>
                <a:cs typeface="Calibri"/>
                <a:sym typeface="Calibri"/>
              </a:rPr>
              <a:t>1.Importing and loading data-We are using the GTSRB dataset, a dataset with over 50,000 images of German</a:t>
            </a:r>
            <a:endParaRPr/>
          </a:p>
          <a:p>
            <a:pPr indent="0" lvl="0" marL="0" marR="0" rtl="0" algn="l">
              <a:spcBef>
                <a:spcPts val="0"/>
              </a:spcBef>
              <a:spcAft>
                <a:spcPts val="0"/>
              </a:spcAft>
              <a:buNone/>
            </a:pPr>
            <a:r>
              <a:rPr b="0" lang="en-US" sz="3000" u="none">
                <a:solidFill>
                  <a:schemeClr val="dk1"/>
                </a:solidFill>
                <a:latin typeface="Calibri"/>
                <a:ea typeface="Calibri"/>
                <a:cs typeface="Calibri"/>
                <a:sym typeface="Calibri"/>
              </a:rPr>
              <a:t>Traffic Signs. There are 43 classes.</a:t>
            </a:r>
            <a:endParaRPr/>
          </a:p>
          <a:p>
            <a:pPr indent="0" lvl="0" marL="0" marR="0" rtl="0" algn="l">
              <a:spcBef>
                <a:spcPts val="0"/>
              </a:spcBef>
              <a:spcAft>
                <a:spcPts val="0"/>
              </a:spcAft>
              <a:buNone/>
            </a:pPr>
            <a:r>
              <a:rPr b="0" lang="en-US" sz="3000" u="none">
                <a:solidFill>
                  <a:schemeClr val="dk1"/>
                </a:solidFill>
                <a:latin typeface="Calibri"/>
                <a:ea typeface="Calibri"/>
                <a:cs typeface="Calibri"/>
                <a:sym typeface="Calibri"/>
              </a:rPr>
              <a:t>2.Implementing CNN traffic sign classifierwe implement a Convolutional Neural Network to classify and recognize</a:t>
            </a:r>
            <a:endParaRPr/>
          </a:p>
          <a:p>
            <a:pPr indent="0" lvl="0" marL="0" marR="0" rtl="0" algn="l">
              <a:spcBef>
                <a:spcPts val="0"/>
              </a:spcBef>
              <a:spcAft>
                <a:spcPts val="0"/>
              </a:spcAft>
              <a:buNone/>
            </a:pPr>
            <a:r>
              <a:rPr b="0" lang="en-US" sz="3000" u="none">
                <a:solidFill>
                  <a:schemeClr val="dk1"/>
                </a:solidFill>
                <a:latin typeface="Calibri"/>
                <a:ea typeface="Calibri"/>
                <a:cs typeface="Calibri"/>
                <a:sym typeface="Calibri"/>
              </a:rPr>
              <a:t>traffic signs. This set of layers uses a 5×5 kernel to learn larger features —</a:t>
            </a:r>
            <a:endParaRPr/>
          </a:p>
          <a:p>
            <a:pPr indent="0" lvl="0" marL="0" marR="0" rtl="0" algn="l">
              <a:spcBef>
                <a:spcPts val="0"/>
              </a:spcBef>
              <a:spcAft>
                <a:spcPts val="0"/>
              </a:spcAft>
              <a:buNone/>
            </a:pPr>
            <a:r>
              <a:rPr b="0" lang="en-US" sz="3000" u="none">
                <a:solidFill>
                  <a:schemeClr val="dk1"/>
                </a:solidFill>
                <a:latin typeface="Calibri"/>
                <a:ea typeface="Calibri"/>
                <a:cs typeface="Calibri"/>
                <a:sym typeface="Calibri"/>
              </a:rPr>
              <a:t>Implementing our training script-we create our Python</a:t>
            </a:r>
            <a:endParaRPr/>
          </a:p>
          <a:p>
            <a:pPr indent="0" lvl="0" marL="0" marR="0" rtl="0" algn="l">
              <a:spcBef>
                <a:spcPts val="0"/>
              </a:spcBef>
              <a:spcAft>
                <a:spcPts val="0"/>
              </a:spcAft>
              <a:buNone/>
            </a:pPr>
            <a:r>
              <a:rPr b="0" lang="en-US" sz="3000" u="none">
                <a:solidFill>
                  <a:schemeClr val="dk1"/>
                </a:solidFill>
                <a:latin typeface="Calibri"/>
                <a:ea typeface="Calibri"/>
                <a:cs typeface="Calibri"/>
                <a:sym typeface="Calibri"/>
              </a:rPr>
              <a:t>training script that will be responsible for:</a:t>
            </a:r>
            <a:endParaRPr/>
          </a:p>
          <a:p>
            <a:pPr indent="0" lvl="0" marL="0" marR="0" rtl="0" algn="l">
              <a:spcBef>
                <a:spcPts val="0"/>
              </a:spcBef>
              <a:spcAft>
                <a:spcPts val="0"/>
              </a:spcAft>
              <a:buNone/>
            </a:pPr>
            <a:r>
              <a:rPr b="0" lang="en-US" sz="3000" u="none">
                <a:solidFill>
                  <a:schemeClr val="dk1"/>
                </a:solidFill>
                <a:latin typeface="Calibri"/>
                <a:ea typeface="Calibri"/>
                <a:cs typeface="Calibri"/>
                <a:sym typeface="Calibri"/>
              </a:rPr>
              <a:t>• Loading our training and testing split from the GTSRB dataset</a:t>
            </a:r>
            <a:endParaRPr/>
          </a:p>
          <a:p>
            <a:pPr indent="0" lvl="0" marL="0" marR="0" rtl="0" algn="l">
              <a:spcBef>
                <a:spcPts val="0"/>
              </a:spcBef>
              <a:spcAft>
                <a:spcPts val="0"/>
              </a:spcAft>
              <a:buNone/>
            </a:pPr>
            <a:r>
              <a:rPr b="0" lang="en-US" sz="3000" u="none">
                <a:solidFill>
                  <a:schemeClr val="dk1"/>
                </a:solidFill>
                <a:latin typeface="Calibri"/>
                <a:ea typeface="Calibri"/>
                <a:cs typeface="Calibri"/>
                <a:sym typeface="Calibri"/>
              </a:rPr>
              <a:t>• Preprocessing the images</a:t>
            </a:r>
            <a:endParaRPr/>
          </a:p>
          <a:p>
            <a:pPr indent="0" lvl="0" marL="0" marR="0" rtl="0" algn="l">
              <a:spcBef>
                <a:spcPts val="0"/>
              </a:spcBef>
              <a:spcAft>
                <a:spcPts val="0"/>
              </a:spcAft>
              <a:buNone/>
            </a:pPr>
            <a:r>
              <a:rPr b="0" lang="en-US" sz="3000" u="none">
                <a:solidFill>
                  <a:schemeClr val="dk1"/>
                </a:solidFill>
                <a:latin typeface="Calibri"/>
                <a:ea typeface="Calibri"/>
                <a:cs typeface="Calibri"/>
                <a:sym typeface="Calibri"/>
              </a:rPr>
              <a:t>• Training our model</a:t>
            </a:r>
            <a:endParaRPr/>
          </a:p>
          <a:p>
            <a:pPr indent="0" lvl="0" marL="0" marR="0" rtl="0" algn="l">
              <a:spcBef>
                <a:spcPts val="0"/>
              </a:spcBef>
              <a:spcAft>
                <a:spcPts val="0"/>
              </a:spcAft>
              <a:buNone/>
            </a:pPr>
            <a:r>
              <a:rPr b="0" lang="en-US" sz="3000" u="none">
                <a:solidFill>
                  <a:schemeClr val="dk1"/>
                </a:solidFill>
                <a:latin typeface="Calibri"/>
                <a:ea typeface="Calibri"/>
                <a:cs typeface="Calibri"/>
                <a:sym typeface="Calibri"/>
              </a:rPr>
              <a:t>• Evaluating our model’s accuracy</a:t>
            </a:r>
            <a:endParaRPr/>
          </a:p>
          <a:p>
            <a:pPr indent="0" lvl="0" marL="0" marR="0" rtl="0" algn="l">
              <a:spcBef>
                <a:spcPts val="0"/>
              </a:spcBef>
              <a:spcAft>
                <a:spcPts val="0"/>
              </a:spcAft>
              <a:buNone/>
            </a:pPr>
            <a:r>
              <a:rPr b="0" lang="en-US" sz="3000" u="none">
                <a:solidFill>
                  <a:schemeClr val="dk1"/>
                </a:solidFill>
                <a:latin typeface="Calibri"/>
                <a:ea typeface="Calibri"/>
                <a:cs typeface="Calibri"/>
                <a:sym typeface="Calibri"/>
              </a:rPr>
              <a:t>• Serializing the model to disk so we can later use it to make predictions</a:t>
            </a:r>
            <a:endParaRPr/>
          </a:p>
          <a:p>
            <a:pPr indent="0" lvl="0" marL="0" marR="0" rtl="0" algn="l">
              <a:spcBef>
                <a:spcPts val="0"/>
              </a:spcBef>
              <a:spcAft>
                <a:spcPts val="0"/>
              </a:spcAft>
              <a:buNone/>
            </a:pPr>
            <a:r>
              <a:rPr b="0" lang="en-US" sz="3000" u="none">
                <a:solidFill>
                  <a:schemeClr val="dk1"/>
                </a:solidFill>
                <a:latin typeface="Calibri"/>
                <a:ea typeface="Calibri"/>
                <a:cs typeface="Calibri"/>
                <a:sym typeface="Calibri"/>
              </a:rPr>
              <a:t>on new traffic sign data</a:t>
            </a:r>
            <a:endParaRPr/>
          </a:p>
          <a:p>
            <a:pPr indent="0" lvl="0" marL="0" marR="0" rtl="0" algn="l">
              <a:spcBef>
                <a:spcPts val="0"/>
              </a:spcBef>
              <a:spcAft>
                <a:spcPts val="0"/>
              </a:spcAft>
              <a:buNone/>
            </a:pPr>
            <a:r>
              <a:rPr b="0" lang="en-US" sz="3000" u="none">
                <a:solidFill>
                  <a:schemeClr val="dk1"/>
                </a:solidFill>
                <a:latin typeface="Calibri"/>
                <a:ea typeface="Calibri"/>
                <a:cs typeface="Calibri"/>
                <a:sym typeface="Calibri"/>
              </a:rPr>
              <a:t>4.Training our architecture on the traffic sign dataset-</a:t>
            </a:r>
            <a:endParaRPr/>
          </a:p>
          <a:p>
            <a:pPr indent="0" lvl="0" marL="0" marR="0" rtl="0" algn="l">
              <a:spcBef>
                <a:spcPts val="0"/>
              </a:spcBef>
              <a:spcAft>
                <a:spcPts val="0"/>
              </a:spcAft>
              <a:buNone/>
            </a:pPr>
            <a:r>
              <a:rPr b="0" lang="en-US" sz="3000" u="none">
                <a:solidFill>
                  <a:schemeClr val="dk1"/>
                </a:solidFill>
                <a:latin typeface="Calibri"/>
                <a:ea typeface="Calibri"/>
                <a:cs typeface="Calibri"/>
                <a:sym typeface="Calibri"/>
              </a:rPr>
              <a:t>After training our dataset we will achieve results that can be validated using</a:t>
            </a:r>
            <a:endParaRPr/>
          </a:p>
          <a:p>
            <a:pPr indent="0" lvl="0" marL="0" marR="0" rtl="0" algn="l">
              <a:spcBef>
                <a:spcPts val="0"/>
              </a:spcBef>
              <a:spcAft>
                <a:spcPts val="0"/>
              </a:spcAft>
              <a:buNone/>
            </a:pPr>
            <a:r>
              <a:rPr b="0" lang="en-US" sz="3000" u="none">
                <a:solidFill>
                  <a:schemeClr val="dk1"/>
                </a:solidFill>
                <a:latin typeface="Calibri"/>
                <a:ea typeface="Calibri"/>
                <a:cs typeface="Calibri"/>
                <a:sym typeface="Calibri"/>
              </a:rPr>
              <a:t>the accuracy obtained.</a:t>
            </a:r>
            <a:endParaRPr/>
          </a:p>
          <a:p>
            <a:pPr indent="0" lvl="0" marL="0" marR="0" rtl="0" algn="l">
              <a:spcBef>
                <a:spcPts val="0"/>
              </a:spcBef>
              <a:spcAft>
                <a:spcPts val="0"/>
              </a:spcAft>
              <a:buNone/>
            </a:pPr>
            <a:r>
              <a:rPr b="0" lang="en-US" sz="3000" u="none">
                <a:solidFill>
                  <a:schemeClr val="dk1"/>
                </a:solidFill>
                <a:latin typeface="Calibri"/>
                <a:ea typeface="Calibri"/>
                <a:cs typeface="Calibri"/>
                <a:sym typeface="Calibri"/>
              </a:rPr>
              <a:t>5.Implementing our prediction script</a:t>
            </a:r>
            <a:endParaRPr/>
          </a:p>
          <a:p>
            <a:pPr indent="0" lvl="0" marL="0" marR="0" rtl="0" algn="l">
              <a:spcBef>
                <a:spcPts val="0"/>
              </a:spcBef>
              <a:spcAft>
                <a:spcPts val="0"/>
              </a:spcAft>
              <a:buNone/>
            </a:pPr>
            <a:r>
              <a:rPr b="0" lang="en-US" sz="3000" u="none">
                <a:solidFill>
                  <a:schemeClr val="dk1"/>
                </a:solidFill>
                <a:latin typeface="Calibri"/>
                <a:ea typeface="Calibri"/>
                <a:cs typeface="Calibri"/>
                <a:sym typeface="Calibri"/>
              </a:rPr>
              <a:t>Pass our images through our traffic sign classifier</a:t>
            </a:r>
            <a:endParaRPr/>
          </a:p>
          <a:p>
            <a:pPr indent="0" lvl="0" marL="0" marR="0" rtl="0" algn="l">
              <a:spcBef>
                <a:spcPts val="0"/>
              </a:spcBef>
              <a:spcAft>
                <a:spcPts val="0"/>
              </a:spcAft>
              <a:buNone/>
            </a:pPr>
            <a:r>
              <a:rPr b="0" lang="en-US" sz="3000" u="none">
                <a:solidFill>
                  <a:schemeClr val="dk1"/>
                </a:solidFill>
                <a:latin typeface="Calibri"/>
                <a:ea typeface="Calibri"/>
                <a:cs typeface="Calibri"/>
                <a:sym typeface="Calibri"/>
              </a:rPr>
              <a:t>5. Obtain our final output predictions</a:t>
            </a:r>
            <a:endParaRPr/>
          </a:p>
        </p:txBody>
      </p:sp>
      <p:sp>
        <p:nvSpPr>
          <p:cNvPr id="61" name="Google Shape;61;p1"/>
          <p:cNvSpPr/>
          <p:nvPr/>
        </p:nvSpPr>
        <p:spPr>
          <a:xfrm>
            <a:off x="10929850" y="6240826"/>
            <a:ext cx="8407576" cy="891547"/>
          </a:xfrm>
          <a:prstGeom prst="rect">
            <a:avLst/>
          </a:prstGeom>
          <a:solidFill>
            <a:srgbClr val="366092"/>
          </a:solidFill>
          <a:ln cap="flat" cmpd="sng" w="25400">
            <a:solidFill>
              <a:srgbClr val="395E89"/>
            </a:solidFill>
            <a:prstDash val="solid"/>
            <a:round/>
            <a:headEnd len="sm" w="sm" type="none"/>
            <a:tailEnd len="sm" w="sm" type="none"/>
          </a:ln>
        </p:spPr>
        <p:txBody>
          <a:bodyPr anchorCtr="0" anchor="ctr" bIns="43475" lIns="86950" spcFirstLastPara="1" rIns="86950" wrap="square" tIns="43475">
            <a:noAutofit/>
          </a:bodyPr>
          <a:lstStyle/>
          <a:p>
            <a:pPr indent="0" lvl="0" marL="0" marR="0" rtl="0" algn="ctr">
              <a:spcBef>
                <a:spcPts val="0"/>
              </a:spcBef>
              <a:spcAft>
                <a:spcPts val="0"/>
              </a:spcAft>
              <a:buNone/>
            </a:pPr>
            <a:r>
              <a:rPr b="1" lang="en-US" sz="5400">
                <a:solidFill>
                  <a:srgbClr val="EAF1DD"/>
                </a:solidFill>
                <a:latin typeface="Calibri"/>
                <a:ea typeface="Calibri"/>
                <a:cs typeface="Calibri"/>
                <a:sym typeface="Calibri"/>
              </a:rPr>
              <a:t>Methodology</a:t>
            </a:r>
            <a:endParaRPr/>
          </a:p>
        </p:txBody>
      </p:sp>
      <p:sp>
        <p:nvSpPr>
          <p:cNvPr id="62" name="Google Shape;62;p1"/>
          <p:cNvSpPr txBox="1"/>
          <p:nvPr/>
        </p:nvSpPr>
        <p:spPr>
          <a:xfrm>
            <a:off x="20213461" y="7315564"/>
            <a:ext cx="8407576" cy="8199580"/>
          </a:xfrm>
          <a:prstGeom prst="rect">
            <a:avLst/>
          </a:prstGeom>
          <a:solidFill>
            <a:schemeClr val="lt1"/>
          </a:solidFill>
          <a:ln cap="flat" cmpd="sng" w="12700">
            <a:solidFill>
              <a:srgbClr val="366092"/>
            </a:solidFill>
            <a:prstDash val="solid"/>
            <a:round/>
            <a:headEnd len="sm" w="sm" type="none"/>
            <a:tailEnd len="sm" w="sm" type="none"/>
          </a:ln>
        </p:spPr>
        <p:txBody>
          <a:bodyPr anchorCtr="0" anchor="t" bIns="173925" lIns="173925" spcFirstLastPara="1" rIns="173925" wrap="square" tIns="173925">
            <a:spAutoFit/>
          </a:bodyPr>
          <a:lstStyle/>
          <a:p>
            <a:pPr indent="0" lvl="0" marL="0" marR="0" rtl="0" algn="l">
              <a:spcBef>
                <a:spcPts val="0"/>
              </a:spcBef>
              <a:spcAft>
                <a:spcPts val="0"/>
              </a:spcAft>
              <a:buNone/>
            </a:pPr>
            <a:r>
              <a:rPr b="0" lang="en-US" sz="3000" u="none">
                <a:solidFill>
                  <a:schemeClr val="dk1"/>
                </a:solidFill>
                <a:latin typeface="Calibri"/>
                <a:ea typeface="Calibri"/>
                <a:cs typeface="Calibri"/>
                <a:sym typeface="Calibri"/>
              </a:rPr>
              <a:t>We learned how to perform traffic sign classification and recognition with</a:t>
            </a:r>
            <a:endParaRPr/>
          </a:p>
          <a:p>
            <a:pPr indent="0" lvl="0" marL="0" marR="0" rtl="0" algn="l">
              <a:spcBef>
                <a:spcPts val="0"/>
              </a:spcBef>
              <a:spcAft>
                <a:spcPts val="0"/>
              </a:spcAft>
              <a:buNone/>
            </a:pPr>
            <a:r>
              <a:rPr b="0" lang="en-US" sz="3000" u="none">
                <a:solidFill>
                  <a:schemeClr val="dk1"/>
                </a:solidFill>
                <a:latin typeface="Calibri"/>
                <a:ea typeface="Calibri"/>
                <a:cs typeface="Calibri"/>
                <a:sym typeface="Calibri"/>
              </a:rPr>
              <a:t>Keras and Deep Learning.</a:t>
            </a:r>
            <a:endParaRPr/>
          </a:p>
          <a:p>
            <a:pPr indent="0" lvl="0" marL="0" marR="0" rtl="0" algn="l">
              <a:spcBef>
                <a:spcPts val="0"/>
              </a:spcBef>
              <a:spcAft>
                <a:spcPts val="0"/>
              </a:spcAft>
              <a:buNone/>
            </a:pPr>
            <a:r>
              <a:rPr b="0" lang="en-US" sz="3000" u="none">
                <a:solidFill>
                  <a:schemeClr val="dk1"/>
                </a:solidFill>
                <a:latin typeface="Calibri"/>
                <a:ea typeface="Calibri"/>
                <a:cs typeface="Calibri"/>
                <a:sym typeface="Calibri"/>
              </a:rPr>
              <a:t>To create our traffic sign classifier, we:</a:t>
            </a:r>
            <a:endParaRPr/>
          </a:p>
          <a:p>
            <a:pPr indent="0" lvl="0" marL="0" marR="0" rtl="0" algn="l">
              <a:spcBef>
                <a:spcPts val="0"/>
              </a:spcBef>
              <a:spcAft>
                <a:spcPts val="0"/>
              </a:spcAft>
              <a:buNone/>
            </a:pPr>
            <a:r>
              <a:t/>
            </a:r>
            <a:endParaRPr b="0" sz="3000" u="none">
              <a:solidFill>
                <a:schemeClr val="dk1"/>
              </a:solidFill>
              <a:latin typeface="Calibri"/>
              <a:ea typeface="Calibri"/>
              <a:cs typeface="Calibri"/>
              <a:sym typeface="Calibri"/>
            </a:endParaRPr>
          </a:p>
          <a:p>
            <a:pPr indent="0" lvl="0" marL="0" marR="0" rtl="0" algn="l">
              <a:spcBef>
                <a:spcPts val="0"/>
              </a:spcBef>
              <a:spcAft>
                <a:spcPts val="0"/>
              </a:spcAft>
              <a:buNone/>
            </a:pPr>
            <a:r>
              <a:rPr b="0" lang="en-US" sz="3000" u="none">
                <a:solidFill>
                  <a:schemeClr val="dk1"/>
                </a:solidFill>
                <a:latin typeface="Calibri"/>
                <a:ea typeface="Calibri"/>
                <a:cs typeface="Calibri"/>
                <a:sym typeface="Calibri"/>
              </a:rPr>
              <a:t>28</a:t>
            </a:r>
            <a:endParaRPr/>
          </a:p>
          <a:p>
            <a:pPr indent="0" lvl="0" marL="0" marR="0" rtl="0" algn="l">
              <a:spcBef>
                <a:spcPts val="0"/>
              </a:spcBef>
              <a:spcAft>
                <a:spcPts val="0"/>
              </a:spcAft>
              <a:buNone/>
            </a:pPr>
            <a:r>
              <a:rPr b="0" lang="en-US" sz="3000" u="none">
                <a:solidFill>
                  <a:schemeClr val="dk1"/>
                </a:solidFill>
                <a:latin typeface="Calibri"/>
                <a:ea typeface="Calibri"/>
                <a:cs typeface="Calibri"/>
                <a:sym typeface="Calibri"/>
              </a:rPr>
              <a:t>• Utilized the popular German Traffic Sign Recognition Benchmark (GTSRB)</a:t>
            </a:r>
            <a:endParaRPr/>
          </a:p>
          <a:p>
            <a:pPr indent="0" lvl="0" marL="0" marR="0" rtl="0" algn="l">
              <a:spcBef>
                <a:spcPts val="0"/>
              </a:spcBef>
              <a:spcAft>
                <a:spcPts val="0"/>
              </a:spcAft>
              <a:buNone/>
            </a:pPr>
            <a:r>
              <a:rPr b="0" lang="en-US" sz="3000" u="none">
                <a:solidFill>
                  <a:schemeClr val="dk1"/>
                </a:solidFill>
                <a:latin typeface="Calibri"/>
                <a:ea typeface="Calibri"/>
                <a:cs typeface="Calibri"/>
                <a:sym typeface="Calibri"/>
              </a:rPr>
              <a:t>as our dataset.</a:t>
            </a:r>
            <a:endParaRPr/>
          </a:p>
          <a:p>
            <a:pPr indent="0" lvl="0" marL="0" marR="0" rtl="0" algn="l">
              <a:spcBef>
                <a:spcPts val="0"/>
              </a:spcBef>
              <a:spcAft>
                <a:spcPts val="0"/>
              </a:spcAft>
              <a:buNone/>
            </a:pPr>
            <a:r>
              <a:rPr b="0" lang="en-US" sz="3000" u="none">
                <a:solidFill>
                  <a:schemeClr val="dk1"/>
                </a:solidFill>
                <a:latin typeface="Calibri"/>
                <a:ea typeface="Calibri"/>
                <a:cs typeface="Calibri"/>
                <a:sym typeface="Calibri"/>
              </a:rPr>
              <a:t>• Implemented a Convolutional Neural Network using the Keras deep</a:t>
            </a:r>
            <a:endParaRPr/>
          </a:p>
          <a:p>
            <a:pPr indent="0" lvl="0" marL="0" marR="0" rtl="0" algn="l">
              <a:spcBef>
                <a:spcPts val="0"/>
              </a:spcBef>
              <a:spcAft>
                <a:spcPts val="0"/>
              </a:spcAft>
              <a:buNone/>
            </a:pPr>
            <a:r>
              <a:rPr b="0" lang="en-US" sz="3000" u="none">
                <a:solidFill>
                  <a:schemeClr val="dk1"/>
                </a:solidFill>
                <a:latin typeface="Calibri"/>
                <a:ea typeface="Calibri"/>
                <a:cs typeface="Calibri"/>
                <a:sym typeface="Calibri"/>
              </a:rPr>
              <a:t>learning library.</a:t>
            </a:r>
            <a:endParaRPr/>
          </a:p>
          <a:p>
            <a:pPr indent="0" lvl="0" marL="0" marR="0" rtl="0" algn="l">
              <a:spcBef>
                <a:spcPts val="0"/>
              </a:spcBef>
              <a:spcAft>
                <a:spcPts val="0"/>
              </a:spcAft>
              <a:buNone/>
            </a:pPr>
            <a:r>
              <a:rPr b="0" lang="en-US" sz="3000" u="none">
                <a:solidFill>
                  <a:schemeClr val="dk1"/>
                </a:solidFill>
                <a:latin typeface="Calibri"/>
                <a:ea typeface="Calibri"/>
                <a:cs typeface="Calibri"/>
                <a:sym typeface="Calibri"/>
              </a:rPr>
              <a:t>• Trained the model on the GTSRB dataset, obtaining a good accuracy.</a:t>
            </a:r>
            <a:endParaRPr/>
          </a:p>
          <a:p>
            <a:pPr indent="0" lvl="0" marL="0" marR="0" rtl="0" algn="l">
              <a:spcBef>
                <a:spcPts val="0"/>
              </a:spcBef>
              <a:spcAft>
                <a:spcPts val="0"/>
              </a:spcAft>
              <a:buNone/>
            </a:pPr>
            <a:r>
              <a:rPr b="0" lang="en-US" sz="3000" u="none">
                <a:solidFill>
                  <a:schemeClr val="dk1"/>
                </a:solidFill>
                <a:latin typeface="Calibri"/>
                <a:ea typeface="Calibri"/>
                <a:cs typeface="Calibri"/>
                <a:sym typeface="Calibri"/>
              </a:rPr>
              <a:t>• Created a Python script that loads our trained model and then classifies</a:t>
            </a:r>
            <a:endParaRPr/>
          </a:p>
          <a:p>
            <a:pPr indent="0" lvl="0" marL="0" marR="0" rtl="0" algn="l">
              <a:spcBef>
                <a:spcPts val="0"/>
              </a:spcBef>
              <a:spcAft>
                <a:spcPts val="0"/>
              </a:spcAft>
              <a:buNone/>
            </a:pPr>
            <a:r>
              <a:rPr b="0" lang="en-US" sz="3000" u="none">
                <a:solidFill>
                  <a:schemeClr val="dk1"/>
                </a:solidFill>
                <a:latin typeface="Calibri"/>
                <a:ea typeface="Calibri"/>
                <a:cs typeface="Calibri"/>
                <a:sym typeface="Calibri"/>
              </a:rPr>
              <a:t>new input images.</a:t>
            </a:r>
            <a:endParaRPr/>
          </a:p>
        </p:txBody>
      </p:sp>
      <p:sp>
        <p:nvSpPr>
          <p:cNvPr id="63" name="Google Shape;63;p1"/>
          <p:cNvSpPr/>
          <p:nvPr/>
        </p:nvSpPr>
        <p:spPr>
          <a:xfrm>
            <a:off x="20178184" y="6053937"/>
            <a:ext cx="8407576" cy="891547"/>
          </a:xfrm>
          <a:prstGeom prst="rect">
            <a:avLst/>
          </a:prstGeom>
          <a:solidFill>
            <a:srgbClr val="366092"/>
          </a:solidFill>
          <a:ln cap="flat" cmpd="sng" w="25400">
            <a:solidFill>
              <a:srgbClr val="395E89"/>
            </a:solidFill>
            <a:prstDash val="solid"/>
            <a:round/>
            <a:headEnd len="sm" w="sm" type="none"/>
            <a:tailEnd len="sm" w="sm" type="none"/>
          </a:ln>
        </p:spPr>
        <p:txBody>
          <a:bodyPr anchorCtr="0" anchor="ctr" bIns="43475" lIns="86950" spcFirstLastPara="1" rIns="86950" wrap="square" tIns="43475">
            <a:noAutofit/>
          </a:bodyPr>
          <a:lstStyle/>
          <a:p>
            <a:pPr indent="0" lvl="0" marL="0" marR="0" rtl="0" algn="ctr">
              <a:spcBef>
                <a:spcPts val="0"/>
              </a:spcBef>
              <a:spcAft>
                <a:spcPts val="0"/>
              </a:spcAft>
              <a:buNone/>
            </a:pPr>
            <a:r>
              <a:rPr b="1" lang="en-US" sz="5400">
                <a:solidFill>
                  <a:srgbClr val="EAF1DD"/>
                </a:solidFill>
                <a:latin typeface="Calibri"/>
                <a:ea typeface="Calibri"/>
                <a:cs typeface="Calibri"/>
                <a:sym typeface="Calibri"/>
              </a:rPr>
              <a:t>Conclusions</a:t>
            </a:r>
            <a:endParaRPr/>
          </a:p>
        </p:txBody>
      </p:sp>
      <p:sp>
        <p:nvSpPr>
          <p:cNvPr id="64" name="Google Shape;64;p1"/>
          <p:cNvSpPr txBox="1"/>
          <p:nvPr/>
        </p:nvSpPr>
        <p:spPr>
          <a:xfrm>
            <a:off x="1681515" y="17385160"/>
            <a:ext cx="8407576" cy="4506261"/>
          </a:xfrm>
          <a:prstGeom prst="rect">
            <a:avLst/>
          </a:prstGeom>
          <a:solidFill>
            <a:schemeClr val="lt1"/>
          </a:solidFill>
          <a:ln cap="flat" cmpd="sng" w="12700">
            <a:solidFill>
              <a:srgbClr val="366092"/>
            </a:solidFill>
            <a:prstDash val="solid"/>
            <a:round/>
            <a:headEnd len="sm" w="sm" type="none"/>
            <a:tailEnd len="sm" w="sm" type="none"/>
          </a:ln>
        </p:spPr>
        <p:txBody>
          <a:bodyPr anchorCtr="0" anchor="t" bIns="173925" lIns="173925" spcFirstLastPara="1" rIns="173925" wrap="square" tIns="173925">
            <a:spAutoFit/>
          </a:bodyPr>
          <a:lstStyle/>
          <a:p>
            <a:pPr indent="0" lvl="0" marL="0" marR="0" rtl="0" algn="l">
              <a:spcBef>
                <a:spcPts val="0"/>
              </a:spcBef>
              <a:spcAft>
                <a:spcPts val="0"/>
              </a:spcAft>
              <a:buNone/>
            </a:pPr>
            <a:r>
              <a:rPr b="0" lang="en-US" sz="3000" u="none">
                <a:solidFill>
                  <a:schemeClr val="dk1"/>
                </a:solidFill>
                <a:latin typeface="Calibri"/>
                <a:ea typeface="Calibri"/>
                <a:cs typeface="Calibri"/>
                <a:sym typeface="Calibri"/>
              </a:rPr>
              <a:t>There are so many different types of traffic signs out there, each with different</a:t>
            </a:r>
            <a:endParaRPr/>
          </a:p>
          <a:p>
            <a:pPr indent="0" lvl="0" marL="0" marR="0" rtl="0" algn="l">
              <a:spcBef>
                <a:spcPts val="0"/>
              </a:spcBef>
              <a:spcAft>
                <a:spcPts val="0"/>
              </a:spcAft>
              <a:buNone/>
            </a:pPr>
            <a:r>
              <a:rPr b="0" lang="en-US" sz="3000" u="none">
                <a:solidFill>
                  <a:schemeClr val="dk1"/>
                </a:solidFill>
                <a:latin typeface="Calibri"/>
                <a:ea typeface="Calibri"/>
                <a:cs typeface="Calibri"/>
                <a:sym typeface="Calibri"/>
              </a:rPr>
              <a:t>colours, shapes and sizes. Sometimes, there are two signs may have a similar</a:t>
            </a:r>
            <a:endParaRPr/>
          </a:p>
          <a:p>
            <a:pPr indent="0" lvl="0" marL="0" marR="0" rtl="0" algn="l">
              <a:spcBef>
                <a:spcPts val="0"/>
              </a:spcBef>
              <a:spcAft>
                <a:spcPts val="0"/>
              </a:spcAft>
              <a:buNone/>
            </a:pPr>
            <a:r>
              <a:rPr b="0" lang="en-US" sz="3000" u="none">
                <a:solidFill>
                  <a:schemeClr val="dk1"/>
                </a:solidFill>
                <a:latin typeface="Calibri"/>
                <a:ea typeface="Calibri"/>
                <a:cs typeface="Calibri"/>
                <a:sym typeface="Calibri"/>
              </a:rPr>
              <a:t>colour, shape and size, but have 2 totally different meanings. To be able to</a:t>
            </a:r>
            <a:endParaRPr/>
          </a:p>
          <a:p>
            <a:pPr indent="0" lvl="0" marL="0" marR="0" rtl="0" algn="l">
              <a:spcBef>
                <a:spcPts val="0"/>
              </a:spcBef>
              <a:spcAft>
                <a:spcPts val="0"/>
              </a:spcAft>
              <a:buNone/>
            </a:pPr>
            <a:r>
              <a:rPr b="0" lang="en-US" sz="3000" u="none">
                <a:solidFill>
                  <a:schemeClr val="dk1"/>
                </a:solidFill>
                <a:latin typeface="Calibri"/>
                <a:ea typeface="Calibri"/>
                <a:cs typeface="Calibri"/>
                <a:sym typeface="Calibri"/>
              </a:rPr>
              <a:t>program a computer to correctly classify a traffic sign on the road we creat our</a:t>
            </a:r>
            <a:endParaRPr/>
          </a:p>
          <a:p>
            <a:pPr indent="0" lvl="0" marL="0" marR="0" rtl="0" algn="l">
              <a:spcBef>
                <a:spcPts val="0"/>
              </a:spcBef>
              <a:spcAft>
                <a:spcPts val="0"/>
              </a:spcAft>
              <a:buNone/>
            </a:pPr>
            <a:r>
              <a:rPr b="0" lang="en-US" sz="3000" u="none">
                <a:solidFill>
                  <a:schemeClr val="dk1"/>
                </a:solidFill>
                <a:latin typeface="Calibri"/>
                <a:ea typeface="Calibri"/>
                <a:cs typeface="Calibri"/>
                <a:sym typeface="Calibri"/>
              </a:rPr>
              <a:t>very own CNN to classify each different road sign.</a:t>
            </a:r>
            <a:endParaRPr/>
          </a:p>
        </p:txBody>
      </p:sp>
      <p:sp>
        <p:nvSpPr>
          <p:cNvPr id="65" name="Google Shape;65;p1"/>
          <p:cNvSpPr/>
          <p:nvPr/>
        </p:nvSpPr>
        <p:spPr>
          <a:xfrm>
            <a:off x="20213461" y="16627172"/>
            <a:ext cx="8407576" cy="891547"/>
          </a:xfrm>
          <a:prstGeom prst="rect">
            <a:avLst/>
          </a:prstGeom>
          <a:solidFill>
            <a:srgbClr val="366092"/>
          </a:solidFill>
          <a:ln cap="flat" cmpd="sng" w="25400">
            <a:solidFill>
              <a:srgbClr val="395E89"/>
            </a:solidFill>
            <a:prstDash val="solid"/>
            <a:round/>
            <a:headEnd len="sm" w="sm" type="none"/>
            <a:tailEnd len="sm" w="sm" type="none"/>
          </a:ln>
        </p:spPr>
        <p:txBody>
          <a:bodyPr anchorCtr="0" anchor="ctr" bIns="43475" lIns="86950" spcFirstLastPara="1" rIns="86950" wrap="square" tIns="43475">
            <a:noAutofit/>
          </a:bodyPr>
          <a:lstStyle/>
          <a:p>
            <a:pPr indent="0" lvl="0" marL="0" marR="0" rtl="0" algn="ctr">
              <a:spcBef>
                <a:spcPts val="0"/>
              </a:spcBef>
              <a:spcAft>
                <a:spcPts val="0"/>
              </a:spcAft>
              <a:buNone/>
            </a:pPr>
            <a:r>
              <a:rPr b="1" lang="en-US" sz="5400">
                <a:solidFill>
                  <a:srgbClr val="EAF1DD"/>
                </a:solidFill>
                <a:latin typeface="Calibri"/>
                <a:ea typeface="Calibri"/>
                <a:cs typeface="Calibri"/>
                <a:sym typeface="Calibri"/>
              </a:rPr>
              <a:t>Results</a:t>
            </a:r>
            <a:endParaRPr/>
          </a:p>
        </p:txBody>
      </p:sp>
      <p:sp>
        <p:nvSpPr>
          <p:cNvPr id="66" name="Google Shape;66;p1"/>
          <p:cNvSpPr txBox="1"/>
          <p:nvPr/>
        </p:nvSpPr>
        <p:spPr>
          <a:xfrm>
            <a:off x="2454065" y="32329919"/>
            <a:ext cx="3884987" cy="457151"/>
          </a:xfrm>
          <a:prstGeom prst="rect">
            <a:avLst/>
          </a:prstGeom>
          <a:noFill/>
          <a:ln>
            <a:noFill/>
          </a:ln>
        </p:spPr>
        <p:txBody>
          <a:bodyPr anchorCtr="0" anchor="t" bIns="43475" lIns="86950" spcFirstLastPara="1" rIns="86950" wrap="square" tIns="43475">
            <a:spAutoFit/>
          </a:bodyPr>
          <a:lstStyle/>
          <a:p>
            <a:pPr indent="0" lvl="0" marL="0" marR="0" rtl="0" algn="l">
              <a:spcBef>
                <a:spcPts val="0"/>
              </a:spcBef>
              <a:spcAft>
                <a:spcPts val="0"/>
              </a:spcAft>
              <a:buNone/>
            </a:pPr>
            <a:r>
              <a:rPr b="1" lang="en-US" sz="2400" u="none">
                <a:solidFill>
                  <a:schemeClr val="dk1"/>
                </a:solidFill>
                <a:latin typeface="Calibri"/>
                <a:ea typeface="Calibri"/>
                <a:cs typeface="Calibri"/>
                <a:sym typeface="Calibri"/>
              </a:rPr>
              <a:t>Figure 1.</a:t>
            </a:r>
            <a:r>
              <a:rPr b="0" lang="en-US" sz="2400" u="none">
                <a:solidFill>
                  <a:schemeClr val="dk1"/>
                </a:solidFill>
                <a:latin typeface="Calibri"/>
                <a:ea typeface="Calibri"/>
                <a:cs typeface="Calibri"/>
                <a:sym typeface="Calibri"/>
              </a:rPr>
              <a:t> Label in 24pt Calibri.</a:t>
            </a:r>
            <a:endParaRPr/>
          </a:p>
        </p:txBody>
      </p:sp>
      <p:sp>
        <p:nvSpPr>
          <p:cNvPr id="67" name="Google Shape;67;p1"/>
          <p:cNvSpPr txBox="1"/>
          <p:nvPr/>
        </p:nvSpPr>
        <p:spPr>
          <a:xfrm>
            <a:off x="2454064" y="36565973"/>
            <a:ext cx="3884987" cy="457151"/>
          </a:xfrm>
          <a:prstGeom prst="rect">
            <a:avLst/>
          </a:prstGeom>
          <a:noFill/>
          <a:ln>
            <a:noFill/>
          </a:ln>
        </p:spPr>
        <p:txBody>
          <a:bodyPr anchorCtr="0" anchor="t" bIns="43475" lIns="86950" spcFirstLastPara="1" rIns="86950" wrap="square" tIns="43475">
            <a:spAutoFit/>
          </a:bodyPr>
          <a:lstStyle/>
          <a:p>
            <a:pPr indent="0" lvl="0" marL="0" marR="0" rtl="0" algn="l">
              <a:spcBef>
                <a:spcPts val="0"/>
              </a:spcBef>
              <a:spcAft>
                <a:spcPts val="0"/>
              </a:spcAft>
              <a:buNone/>
            </a:pPr>
            <a:r>
              <a:rPr b="1" lang="en-US" sz="2400" u="none">
                <a:solidFill>
                  <a:schemeClr val="dk1"/>
                </a:solidFill>
                <a:latin typeface="Calibri"/>
                <a:ea typeface="Calibri"/>
                <a:cs typeface="Calibri"/>
                <a:sym typeface="Calibri"/>
              </a:rPr>
              <a:t>Figure 2.</a:t>
            </a:r>
            <a:r>
              <a:rPr b="0" lang="en-US" sz="2400" u="none">
                <a:solidFill>
                  <a:schemeClr val="dk1"/>
                </a:solidFill>
                <a:latin typeface="Calibri"/>
                <a:ea typeface="Calibri"/>
                <a:cs typeface="Calibri"/>
                <a:sym typeface="Calibri"/>
              </a:rPr>
              <a:t> Label in 24pt Calibri.</a:t>
            </a:r>
            <a:endParaRPr/>
          </a:p>
        </p:txBody>
      </p:sp>
      <p:pic>
        <p:nvPicPr>
          <p:cNvPr id="68" name="Google Shape;68;p1"/>
          <p:cNvPicPr preferRelativeResize="0"/>
          <p:nvPr/>
        </p:nvPicPr>
        <p:blipFill rotWithShape="1">
          <a:blip r:embed="rId3">
            <a:alphaModFix/>
          </a:blip>
          <a:srcRect b="0" l="0" r="0" t="0"/>
          <a:stretch/>
        </p:blipFill>
        <p:spPr>
          <a:xfrm>
            <a:off x="1690279" y="27577515"/>
            <a:ext cx="5715000" cy="4410075"/>
          </a:xfrm>
          <a:prstGeom prst="rect">
            <a:avLst/>
          </a:prstGeom>
          <a:noFill/>
          <a:ln>
            <a:noFill/>
          </a:ln>
        </p:spPr>
      </p:pic>
      <p:pic>
        <p:nvPicPr>
          <p:cNvPr id="69" name="Google Shape;69;p1"/>
          <p:cNvPicPr preferRelativeResize="0"/>
          <p:nvPr/>
        </p:nvPicPr>
        <p:blipFill rotWithShape="1">
          <a:blip r:embed="rId4">
            <a:alphaModFix/>
          </a:blip>
          <a:srcRect b="0" l="0" r="0" t="0"/>
          <a:stretch/>
        </p:blipFill>
        <p:spPr>
          <a:xfrm>
            <a:off x="8783949" y="27583028"/>
            <a:ext cx="5715000" cy="5648325"/>
          </a:xfrm>
          <a:prstGeom prst="rect">
            <a:avLst/>
          </a:prstGeom>
          <a:noFill/>
          <a:ln>
            <a:noFill/>
          </a:ln>
        </p:spPr>
      </p:pic>
      <p:pic>
        <p:nvPicPr>
          <p:cNvPr id="70" name="Google Shape;70;p1"/>
          <p:cNvPicPr preferRelativeResize="0"/>
          <p:nvPr/>
        </p:nvPicPr>
        <p:blipFill rotWithShape="1">
          <a:blip r:embed="rId5">
            <a:alphaModFix/>
          </a:blip>
          <a:srcRect b="0" l="0" r="0" t="0"/>
          <a:stretch/>
        </p:blipFill>
        <p:spPr>
          <a:xfrm>
            <a:off x="15882510" y="27746842"/>
            <a:ext cx="5715000" cy="4038600"/>
          </a:xfrm>
          <a:prstGeom prst="rect">
            <a:avLst/>
          </a:prstGeom>
          <a:noFill/>
          <a:ln>
            <a:noFill/>
          </a:ln>
        </p:spPr>
      </p:pic>
      <p:pic>
        <p:nvPicPr>
          <p:cNvPr descr="Logo&#10;&#10;Description automatically generated" id="71" name="Google Shape;71;p1"/>
          <p:cNvPicPr preferRelativeResize="0"/>
          <p:nvPr/>
        </p:nvPicPr>
        <p:blipFill rotWithShape="1">
          <a:blip r:embed="rId6">
            <a:alphaModFix/>
          </a:blip>
          <a:srcRect b="0" l="0" r="0" t="0"/>
          <a:stretch/>
        </p:blipFill>
        <p:spPr>
          <a:xfrm>
            <a:off x="1739759" y="1096347"/>
            <a:ext cx="2808020" cy="2808020"/>
          </a:xfrm>
          <a:prstGeom prst="rect">
            <a:avLst/>
          </a:prstGeom>
          <a:noFill/>
          <a:ln>
            <a:noFill/>
          </a:ln>
        </p:spPr>
      </p:pic>
      <p:pic>
        <p:nvPicPr>
          <p:cNvPr descr="A picture containing graphical user interface&#10;&#10;Description automatically generated" id="72" name="Google Shape;72;p1"/>
          <p:cNvPicPr preferRelativeResize="0"/>
          <p:nvPr/>
        </p:nvPicPr>
        <p:blipFill rotWithShape="1">
          <a:blip r:embed="rId7">
            <a:alphaModFix/>
          </a:blip>
          <a:srcRect b="0" l="0" r="0" t="0"/>
          <a:stretch/>
        </p:blipFill>
        <p:spPr>
          <a:xfrm>
            <a:off x="24811037" y="856362"/>
            <a:ext cx="4505010" cy="3217295"/>
          </a:xfrm>
          <a:prstGeom prst="rect">
            <a:avLst/>
          </a:prstGeom>
          <a:noFill/>
          <a:ln>
            <a:noFill/>
          </a:ln>
        </p:spPr>
      </p:pic>
      <p:pic>
        <p:nvPicPr>
          <p:cNvPr id="73" name="Google Shape;73;p1"/>
          <p:cNvPicPr preferRelativeResize="0"/>
          <p:nvPr/>
        </p:nvPicPr>
        <p:blipFill rotWithShape="1">
          <a:blip r:embed="rId8">
            <a:alphaModFix/>
          </a:blip>
          <a:srcRect b="0" l="0" r="0" t="0"/>
          <a:stretch/>
        </p:blipFill>
        <p:spPr>
          <a:xfrm>
            <a:off x="1952148" y="33099493"/>
            <a:ext cx="5306165" cy="3362794"/>
          </a:xfrm>
          <a:prstGeom prst="rect">
            <a:avLst/>
          </a:prstGeom>
          <a:noFill/>
          <a:ln>
            <a:noFill/>
          </a:ln>
        </p:spPr>
      </p:pic>
      <p:pic>
        <p:nvPicPr>
          <p:cNvPr id="74" name="Google Shape;74;p1"/>
          <p:cNvPicPr preferRelativeResize="0"/>
          <p:nvPr/>
        </p:nvPicPr>
        <p:blipFill rotWithShape="1">
          <a:blip r:embed="rId9">
            <a:alphaModFix/>
          </a:blip>
          <a:srcRect b="0" l="0" r="0" t="0"/>
          <a:stretch/>
        </p:blipFill>
        <p:spPr>
          <a:xfrm>
            <a:off x="23114407" y="27700704"/>
            <a:ext cx="6201640" cy="610637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2013-02-10T21:14:48Z</dcterms:created>
  <dc:creator>Jay Larson</dc:creator>
</cp:coreProperties>
</file>