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 varScale="1">
        <p:scale>
          <a:sx n="18" d="100"/>
          <a:sy n="18" d="100"/>
        </p:scale>
        <p:origin x="828" y="222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79EE6-C917-48EF-AAAC-F3D98ABBDD37}" type="doc">
      <dgm:prSet loTypeId="urn:microsoft.com/office/officeart/2011/layout/CircleProcess" loCatId="process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2BA409B2-6228-420C-A962-77AED83B6C4D}">
      <dgm:prSet phldrT="[Text]"/>
      <dgm:spPr/>
      <dgm:t>
        <a:bodyPr/>
        <a:lstStyle/>
        <a:p>
          <a:r>
            <a:rPr lang="en-US" dirty="0"/>
            <a:t>Data collection</a:t>
          </a:r>
          <a:endParaRPr lang="en-IN" dirty="0"/>
        </a:p>
      </dgm:t>
    </dgm:pt>
    <dgm:pt modelId="{EB902D79-2F33-45D0-B3DE-572D156071D5}" type="parTrans" cxnId="{7311A874-A4E9-4C30-9F46-4ED813AFC5FB}">
      <dgm:prSet/>
      <dgm:spPr/>
      <dgm:t>
        <a:bodyPr/>
        <a:lstStyle/>
        <a:p>
          <a:endParaRPr lang="en-IN"/>
        </a:p>
      </dgm:t>
    </dgm:pt>
    <dgm:pt modelId="{675D3796-F37F-42DB-9670-5E7327F4B1BA}" type="sibTrans" cxnId="{7311A874-A4E9-4C30-9F46-4ED813AFC5FB}">
      <dgm:prSet/>
      <dgm:spPr/>
      <dgm:t>
        <a:bodyPr/>
        <a:lstStyle/>
        <a:p>
          <a:endParaRPr lang="en-IN"/>
        </a:p>
      </dgm:t>
    </dgm:pt>
    <dgm:pt modelId="{C4E07C70-E4E2-4996-AEBD-E08A5D89B4C9}">
      <dgm:prSet phldrT="[Text]"/>
      <dgm:spPr/>
      <dgm:t>
        <a:bodyPr/>
        <a:lstStyle/>
        <a:p>
          <a:r>
            <a:rPr lang="en-US" dirty="0"/>
            <a:t>Model Architecture</a:t>
          </a:r>
          <a:endParaRPr lang="en-IN" dirty="0"/>
        </a:p>
      </dgm:t>
    </dgm:pt>
    <dgm:pt modelId="{B7176F9E-0381-4E78-8317-22FEA5CEAE97}" type="parTrans" cxnId="{18AD82BF-72E0-4B08-9671-45D8B8DABE29}">
      <dgm:prSet/>
      <dgm:spPr/>
      <dgm:t>
        <a:bodyPr/>
        <a:lstStyle/>
        <a:p>
          <a:endParaRPr lang="en-IN"/>
        </a:p>
      </dgm:t>
    </dgm:pt>
    <dgm:pt modelId="{0365E383-22FE-46D9-9FF1-E4EFC3566E0A}" type="sibTrans" cxnId="{18AD82BF-72E0-4B08-9671-45D8B8DABE29}">
      <dgm:prSet/>
      <dgm:spPr/>
      <dgm:t>
        <a:bodyPr/>
        <a:lstStyle/>
        <a:p>
          <a:endParaRPr lang="en-IN"/>
        </a:p>
      </dgm:t>
    </dgm:pt>
    <dgm:pt modelId="{4D818131-8719-487A-9363-D100E1189FE0}">
      <dgm:prSet phldrT="[Text]"/>
      <dgm:spPr/>
      <dgm:t>
        <a:bodyPr/>
        <a:lstStyle/>
        <a:p>
          <a:r>
            <a:rPr lang="en-US" dirty="0"/>
            <a:t>Training And Validation</a:t>
          </a:r>
          <a:endParaRPr lang="en-IN" dirty="0"/>
        </a:p>
      </dgm:t>
    </dgm:pt>
    <dgm:pt modelId="{464FECB4-EB0A-45A2-9584-C352942240F8}" type="parTrans" cxnId="{ED1F8A0F-DBE6-476B-A3E7-F02692637E89}">
      <dgm:prSet/>
      <dgm:spPr/>
      <dgm:t>
        <a:bodyPr/>
        <a:lstStyle/>
        <a:p>
          <a:endParaRPr lang="en-IN"/>
        </a:p>
      </dgm:t>
    </dgm:pt>
    <dgm:pt modelId="{FB22107D-7B66-458D-9526-A24D7E262B66}" type="sibTrans" cxnId="{ED1F8A0F-DBE6-476B-A3E7-F02692637E89}">
      <dgm:prSet/>
      <dgm:spPr/>
      <dgm:t>
        <a:bodyPr/>
        <a:lstStyle/>
        <a:p>
          <a:endParaRPr lang="en-IN"/>
        </a:p>
      </dgm:t>
    </dgm:pt>
    <dgm:pt modelId="{525598D1-F1C5-49BE-9ECF-5B4090E6460B}">
      <dgm:prSet phldrT="[Text]"/>
      <dgm:spPr/>
      <dgm:t>
        <a:bodyPr/>
        <a:lstStyle/>
        <a:p>
          <a:r>
            <a:rPr lang="en-US" dirty="0"/>
            <a:t>Data Pre-Processing</a:t>
          </a:r>
          <a:endParaRPr lang="en-IN" dirty="0"/>
        </a:p>
      </dgm:t>
    </dgm:pt>
    <dgm:pt modelId="{3EF679AB-90B1-473F-97DE-5C01B70A806C}" type="parTrans" cxnId="{DA49EF89-1545-4048-85DB-2AD34C8D4FE9}">
      <dgm:prSet/>
      <dgm:spPr/>
      <dgm:t>
        <a:bodyPr/>
        <a:lstStyle/>
        <a:p>
          <a:endParaRPr lang="en-IN"/>
        </a:p>
      </dgm:t>
    </dgm:pt>
    <dgm:pt modelId="{E9C797FF-CBCA-422B-BCD1-0A17F741AAA5}" type="sibTrans" cxnId="{DA49EF89-1545-4048-85DB-2AD34C8D4FE9}">
      <dgm:prSet/>
      <dgm:spPr/>
      <dgm:t>
        <a:bodyPr/>
        <a:lstStyle/>
        <a:p>
          <a:endParaRPr lang="en-IN"/>
        </a:p>
      </dgm:t>
    </dgm:pt>
    <dgm:pt modelId="{BD63B7A8-1F94-4661-82A0-C80D13C8C2DC}">
      <dgm:prSet phldrT="[Text]"/>
      <dgm:spPr/>
      <dgm:t>
        <a:bodyPr/>
        <a:lstStyle/>
        <a:p>
          <a:r>
            <a:rPr lang="en-US" dirty="0"/>
            <a:t>Optimization Of Model</a:t>
          </a:r>
          <a:endParaRPr lang="en-IN" dirty="0"/>
        </a:p>
      </dgm:t>
    </dgm:pt>
    <dgm:pt modelId="{67E16751-A722-4B41-B262-DF287189D102}" type="parTrans" cxnId="{0284A221-A982-4A97-94C1-255294879E3F}">
      <dgm:prSet/>
      <dgm:spPr/>
      <dgm:t>
        <a:bodyPr/>
        <a:lstStyle/>
        <a:p>
          <a:endParaRPr lang="en-IN"/>
        </a:p>
      </dgm:t>
    </dgm:pt>
    <dgm:pt modelId="{635DC5FC-B71A-4167-952C-25E98112AACC}" type="sibTrans" cxnId="{0284A221-A982-4A97-94C1-255294879E3F}">
      <dgm:prSet/>
      <dgm:spPr/>
      <dgm:t>
        <a:bodyPr/>
        <a:lstStyle/>
        <a:p>
          <a:endParaRPr lang="en-IN"/>
        </a:p>
      </dgm:t>
    </dgm:pt>
    <dgm:pt modelId="{DE2811F7-206A-4599-928A-A30DEF5711D4}" type="pres">
      <dgm:prSet presAssocID="{A7079EE6-C917-48EF-AAAC-F3D98ABBDD3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DB0B8AF-2257-4C4D-8FFA-7DEC1CB0011C}" type="pres">
      <dgm:prSet presAssocID="{BD63B7A8-1F94-4661-82A0-C80D13C8C2DC}" presName="Accent5" presStyleCnt="0"/>
      <dgm:spPr/>
    </dgm:pt>
    <dgm:pt modelId="{D1B63AC8-76F1-4556-9AFE-C1576C91C47A}" type="pres">
      <dgm:prSet presAssocID="{BD63B7A8-1F94-4661-82A0-C80D13C8C2DC}" presName="Accent" presStyleLbl="node1" presStyleIdx="0" presStyleCnt="5"/>
      <dgm:spPr/>
    </dgm:pt>
    <dgm:pt modelId="{E2B1B6C4-7567-4EA6-9A84-234D504A1FDE}" type="pres">
      <dgm:prSet presAssocID="{BD63B7A8-1F94-4661-82A0-C80D13C8C2DC}" presName="ParentBackground5" presStyleCnt="0"/>
      <dgm:spPr/>
    </dgm:pt>
    <dgm:pt modelId="{A85382A8-7512-4430-AF73-966F9DEC1729}" type="pres">
      <dgm:prSet presAssocID="{BD63B7A8-1F94-4661-82A0-C80D13C8C2DC}" presName="ParentBackground" presStyleLbl="fgAcc1" presStyleIdx="0" presStyleCnt="5"/>
      <dgm:spPr/>
    </dgm:pt>
    <dgm:pt modelId="{EC8A3C0A-8D6C-4F75-A667-9C607A097F30}" type="pres">
      <dgm:prSet presAssocID="{BD63B7A8-1F94-4661-82A0-C80D13C8C2DC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868E838-F705-4074-B789-09E6EC73FCD6}" type="pres">
      <dgm:prSet presAssocID="{525598D1-F1C5-49BE-9ECF-5B4090E6460B}" presName="Accent4" presStyleCnt="0"/>
      <dgm:spPr/>
    </dgm:pt>
    <dgm:pt modelId="{D123E78E-ED51-4CAE-8B8F-75647F69C87A}" type="pres">
      <dgm:prSet presAssocID="{525598D1-F1C5-49BE-9ECF-5B4090E6460B}" presName="Accent" presStyleLbl="node1" presStyleIdx="1" presStyleCnt="5"/>
      <dgm:spPr/>
    </dgm:pt>
    <dgm:pt modelId="{22C466E7-0708-4260-A531-91BDA60DFD2A}" type="pres">
      <dgm:prSet presAssocID="{525598D1-F1C5-49BE-9ECF-5B4090E6460B}" presName="ParentBackground4" presStyleCnt="0"/>
      <dgm:spPr/>
    </dgm:pt>
    <dgm:pt modelId="{67668CC8-DF66-43D5-8D77-3D26CBDB4A91}" type="pres">
      <dgm:prSet presAssocID="{525598D1-F1C5-49BE-9ECF-5B4090E6460B}" presName="ParentBackground" presStyleLbl="fgAcc1" presStyleIdx="1" presStyleCnt="5"/>
      <dgm:spPr/>
    </dgm:pt>
    <dgm:pt modelId="{D1B56BE1-1241-4C5D-8785-D01553BA4B23}" type="pres">
      <dgm:prSet presAssocID="{525598D1-F1C5-49BE-9ECF-5B4090E6460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374C702-6F65-46BA-B9B2-C72AD86EE9B6}" type="pres">
      <dgm:prSet presAssocID="{4D818131-8719-487A-9363-D100E1189FE0}" presName="Accent3" presStyleCnt="0"/>
      <dgm:spPr/>
    </dgm:pt>
    <dgm:pt modelId="{D8C8C067-E8BE-47AC-ABA4-EC00C345B111}" type="pres">
      <dgm:prSet presAssocID="{4D818131-8719-487A-9363-D100E1189FE0}" presName="Accent" presStyleLbl="node1" presStyleIdx="2" presStyleCnt="5"/>
      <dgm:spPr/>
    </dgm:pt>
    <dgm:pt modelId="{F2574A6F-CDA0-49FD-AD58-5EDA445EFDD7}" type="pres">
      <dgm:prSet presAssocID="{4D818131-8719-487A-9363-D100E1189FE0}" presName="ParentBackground3" presStyleCnt="0"/>
      <dgm:spPr/>
    </dgm:pt>
    <dgm:pt modelId="{75A81C12-D981-4EAF-B95C-DEADC42C72E0}" type="pres">
      <dgm:prSet presAssocID="{4D818131-8719-487A-9363-D100E1189FE0}" presName="ParentBackground" presStyleLbl="fgAcc1" presStyleIdx="2" presStyleCnt="5"/>
      <dgm:spPr/>
    </dgm:pt>
    <dgm:pt modelId="{4A5B7DA6-6390-42D1-8EBC-1EA324367481}" type="pres">
      <dgm:prSet presAssocID="{4D818131-8719-487A-9363-D100E1189FE0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035A832-5A6D-4FA1-BDA6-E286B5CB2D82}" type="pres">
      <dgm:prSet presAssocID="{C4E07C70-E4E2-4996-AEBD-E08A5D89B4C9}" presName="Accent2" presStyleCnt="0"/>
      <dgm:spPr/>
    </dgm:pt>
    <dgm:pt modelId="{B3F11C38-F064-4B0B-AB88-93A50BB81E68}" type="pres">
      <dgm:prSet presAssocID="{C4E07C70-E4E2-4996-AEBD-E08A5D89B4C9}" presName="Accent" presStyleLbl="node1" presStyleIdx="3" presStyleCnt="5"/>
      <dgm:spPr/>
    </dgm:pt>
    <dgm:pt modelId="{84C296E8-3643-40F5-9134-ADA4C9AEE820}" type="pres">
      <dgm:prSet presAssocID="{C4E07C70-E4E2-4996-AEBD-E08A5D89B4C9}" presName="ParentBackground2" presStyleCnt="0"/>
      <dgm:spPr/>
    </dgm:pt>
    <dgm:pt modelId="{AD829B19-C2A0-4979-8944-014A654ECC0A}" type="pres">
      <dgm:prSet presAssocID="{C4E07C70-E4E2-4996-AEBD-E08A5D89B4C9}" presName="ParentBackground" presStyleLbl="fgAcc1" presStyleIdx="3" presStyleCnt="5"/>
      <dgm:spPr/>
    </dgm:pt>
    <dgm:pt modelId="{994F9458-2BA0-4B84-8145-C56D62957992}" type="pres">
      <dgm:prSet presAssocID="{C4E07C70-E4E2-4996-AEBD-E08A5D89B4C9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FBC99D9-5B0C-4F1E-9876-96C10C900323}" type="pres">
      <dgm:prSet presAssocID="{2BA409B2-6228-420C-A962-77AED83B6C4D}" presName="Accent1" presStyleCnt="0"/>
      <dgm:spPr/>
    </dgm:pt>
    <dgm:pt modelId="{E03172D4-FF79-434E-849A-4FEB44A7AD34}" type="pres">
      <dgm:prSet presAssocID="{2BA409B2-6228-420C-A962-77AED83B6C4D}" presName="Accent" presStyleLbl="node1" presStyleIdx="4" presStyleCnt="5"/>
      <dgm:spPr/>
    </dgm:pt>
    <dgm:pt modelId="{359F1749-B3DA-45EE-9FC1-3CCBBFD2767D}" type="pres">
      <dgm:prSet presAssocID="{2BA409B2-6228-420C-A962-77AED83B6C4D}" presName="ParentBackground1" presStyleCnt="0"/>
      <dgm:spPr/>
    </dgm:pt>
    <dgm:pt modelId="{2374E0C4-D92A-48D0-9CBB-3AFE2D011823}" type="pres">
      <dgm:prSet presAssocID="{2BA409B2-6228-420C-A962-77AED83B6C4D}" presName="ParentBackground" presStyleLbl="fgAcc1" presStyleIdx="4" presStyleCnt="5"/>
      <dgm:spPr/>
    </dgm:pt>
    <dgm:pt modelId="{36A8E9D9-2381-4AA0-9885-86AAAAC7ADB4}" type="pres">
      <dgm:prSet presAssocID="{2BA409B2-6228-420C-A962-77AED83B6C4D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ED1F8A0F-DBE6-476B-A3E7-F02692637E89}" srcId="{A7079EE6-C917-48EF-AAAC-F3D98ABBDD37}" destId="{4D818131-8719-487A-9363-D100E1189FE0}" srcOrd="2" destOrd="0" parTransId="{464FECB4-EB0A-45A2-9584-C352942240F8}" sibTransId="{FB22107D-7B66-458D-9526-A24D7E262B66}"/>
    <dgm:cxn modelId="{AE35AC11-BFD5-4B94-ACE8-A95EFE60CD83}" type="presOf" srcId="{4D818131-8719-487A-9363-D100E1189FE0}" destId="{4A5B7DA6-6390-42D1-8EBC-1EA324367481}" srcOrd="1" destOrd="0" presId="urn:microsoft.com/office/officeart/2011/layout/CircleProcess"/>
    <dgm:cxn modelId="{0284A221-A982-4A97-94C1-255294879E3F}" srcId="{A7079EE6-C917-48EF-AAAC-F3D98ABBDD37}" destId="{BD63B7A8-1F94-4661-82A0-C80D13C8C2DC}" srcOrd="4" destOrd="0" parTransId="{67E16751-A722-4B41-B262-DF287189D102}" sibTransId="{635DC5FC-B71A-4167-952C-25E98112AACC}"/>
    <dgm:cxn modelId="{3A4A6D28-A536-4DCE-86C4-F7A9A3A31E00}" type="presOf" srcId="{BD63B7A8-1F94-4661-82A0-C80D13C8C2DC}" destId="{EC8A3C0A-8D6C-4F75-A667-9C607A097F30}" srcOrd="1" destOrd="0" presId="urn:microsoft.com/office/officeart/2011/layout/CircleProcess"/>
    <dgm:cxn modelId="{FBC8FE64-FA4D-466C-9A11-FBC7BEABCB98}" type="presOf" srcId="{525598D1-F1C5-49BE-9ECF-5B4090E6460B}" destId="{67668CC8-DF66-43D5-8D77-3D26CBDB4A91}" srcOrd="0" destOrd="0" presId="urn:microsoft.com/office/officeart/2011/layout/CircleProcess"/>
    <dgm:cxn modelId="{C942CB69-34AF-42ED-93B2-915D5EC2688C}" type="presOf" srcId="{4D818131-8719-487A-9363-D100E1189FE0}" destId="{75A81C12-D981-4EAF-B95C-DEADC42C72E0}" srcOrd="0" destOrd="0" presId="urn:microsoft.com/office/officeart/2011/layout/CircleProcess"/>
    <dgm:cxn modelId="{0EF5CB69-05BE-4E5F-955A-5D23CC571114}" type="presOf" srcId="{525598D1-F1C5-49BE-9ECF-5B4090E6460B}" destId="{D1B56BE1-1241-4C5D-8785-D01553BA4B23}" srcOrd="1" destOrd="0" presId="urn:microsoft.com/office/officeart/2011/layout/CircleProcess"/>
    <dgm:cxn modelId="{8E362450-B156-4AC5-BAD9-1FEA458B05EF}" type="presOf" srcId="{2BA409B2-6228-420C-A962-77AED83B6C4D}" destId="{2374E0C4-D92A-48D0-9CBB-3AFE2D011823}" srcOrd="0" destOrd="0" presId="urn:microsoft.com/office/officeart/2011/layout/CircleProcess"/>
    <dgm:cxn modelId="{7311A874-A4E9-4C30-9F46-4ED813AFC5FB}" srcId="{A7079EE6-C917-48EF-AAAC-F3D98ABBDD37}" destId="{2BA409B2-6228-420C-A962-77AED83B6C4D}" srcOrd="0" destOrd="0" parTransId="{EB902D79-2F33-45D0-B3DE-572D156071D5}" sibTransId="{675D3796-F37F-42DB-9670-5E7327F4B1BA}"/>
    <dgm:cxn modelId="{7231E67D-9237-4966-B866-C57495C35407}" type="presOf" srcId="{C4E07C70-E4E2-4996-AEBD-E08A5D89B4C9}" destId="{994F9458-2BA0-4B84-8145-C56D62957992}" srcOrd="1" destOrd="0" presId="urn:microsoft.com/office/officeart/2011/layout/CircleProcess"/>
    <dgm:cxn modelId="{DA49EF89-1545-4048-85DB-2AD34C8D4FE9}" srcId="{A7079EE6-C917-48EF-AAAC-F3D98ABBDD37}" destId="{525598D1-F1C5-49BE-9ECF-5B4090E6460B}" srcOrd="3" destOrd="0" parTransId="{3EF679AB-90B1-473F-97DE-5C01B70A806C}" sibTransId="{E9C797FF-CBCA-422B-BCD1-0A17F741AAA5}"/>
    <dgm:cxn modelId="{DBB9D697-A139-46C8-BCAB-E72FD087EA08}" type="presOf" srcId="{C4E07C70-E4E2-4996-AEBD-E08A5D89B4C9}" destId="{AD829B19-C2A0-4979-8944-014A654ECC0A}" srcOrd="0" destOrd="0" presId="urn:microsoft.com/office/officeart/2011/layout/CircleProcess"/>
    <dgm:cxn modelId="{A57F11A6-6EAD-4448-BEEE-4A965CE0DE54}" type="presOf" srcId="{2BA409B2-6228-420C-A962-77AED83B6C4D}" destId="{36A8E9D9-2381-4AA0-9885-86AAAAC7ADB4}" srcOrd="1" destOrd="0" presId="urn:microsoft.com/office/officeart/2011/layout/CircleProcess"/>
    <dgm:cxn modelId="{18AD82BF-72E0-4B08-9671-45D8B8DABE29}" srcId="{A7079EE6-C917-48EF-AAAC-F3D98ABBDD37}" destId="{C4E07C70-E4E2-4996-AEBD-E08A5D89B4C9}" srcOrd="1" destOrd="0" parTransId="{B7176F9E-0381-4E78-8317-22FEA5CEAE97}" sibTransId="{0365E383-22FE-46D9-9FF1-E4EFC3566E0A}"/>
    <dgm:cxn modelId="{E6CEB7C3-018D-4F20-A55F-022B3BCA7DB4}" type="presOf" srcId="{A7079EE6-C917-48EF-AAAC-F3D98ABBDD37}" destId="{DE2811F7-206A-4599-928A-A30DEF5711D4}" srcOrd="0" destOrd="0" presId="urn:microsoft.com/office/officeart/2011/layout/CircleProcess"/>
    <dgm:cxn modelId="{51DF53E0-02E0-49B1-B20B-84DDCDE7D61E}" type="presOf" srcId="{BD63B7A8-1F94-4661-82A0-C80D13C8C2DC}" destId="{A85382A8-7512-4430-AF73-966F9DEC1729}" srcOrd="0" destOrd="0" presId="urn:microsoft.com/office/officeart/2011/layout/CircleProcess"/>
    <dgm:cxn modelId="{ADB6884B-FF39-4646-AB0C-436BFF0ABEFD}" type="presParOf" srcId="{DE2811F7-206A-4599-928A-A30DEF5711D4}" destId="{ADB0B8AF-2257-4C4D-8FFA-7DEC1CB0011C}" srcOrd="0" destOrd="0" presId="urn:microsoft.com/office/officeart/2011/layout/CircleProcess"/>
    <dgm:cxn modelId="{872CF6A0-B369-44A2-A37B-A60DC20FC39A}" type="presParOf" srcId="{ADB0B8AF-2257-4C4D-8FFA-7DEC1CB0011C}" destId="{D1B63AC8-76F1-4556-9AFE-C1576C91C47A}" srcOrd="0" destOrd="0" presId="urn:microsoft.com/office/officeart/2011/layout/CircleProcess"/>
    <dgm:cxn modelId="{8BF0D6C0-CEAF-4F0F-B648-2ED57BC4C875}" type="presParOf" srcId="{DE2811F7-206A-4599-928A-A30DEF5711D4}" destId="{E2B1B6C4-7567-4EA6-9A84-234D504A1FDE}" srcOrd="1" destOrd="0" presId="urn:microsoft.com/office/officeart/2011/layout/CircleProcess"/>
    <dgm:cxn modelId="{5BBF7EB3-522A-457C-90AA-FD4C9C86C60E}" type="presParOf" srcId="{E2B1B6C4-7567-4EA6-9A84-234D504A1FDE}" destId="{A85382A8-7512-4430-AF73-966F9DEC1729}" srcOrd="0" destOrd="0" presId="urn:microsoft.com/office/officeart/2011/layout/CircleProcess"/>
    <dgm:cxn modelId="{9A4C48B1-9840-4F66-A73E-35275ADCFB36}" type="presParOf" srcId="{DE2811F7-206A-4599-928A-A30DEF5711D4}" destId="{EC8A3C0A-8D6C-4F75-A667-9C607A097F30}" srcOrd="2" destOrd="0" presId="urn:microsoft.com/office/officeart/2011/layout/CircleProcess"/>
    <dgm:cxn modelId="{C6B9C40D-6EAC-40A4-9DC0-536A94E41F4D}" type="presParOf" srcId="{DE2811F7-206A-4599-928A-A30DEF5711D4}" destId="{2868E838-F705-4074-B789-09E6EC73FCD6}" srcOrd="3" destOrd="0" presId="urn:microsoft.com/office/officeart/2011/layout/CircleProcess"/>
    <dgm:cxn modelId="{350B1ECB-8032-432C-AC2D-E456E79E180D}" type="presParOf" srcId="{2868E838-F705-4074-B789-09E6EC73FCD6}" destId="{D123E78E-ED51-4CAE-8B8F-75647F69C87A}" srcOrd="0" destOrd="0" presId="urn:microsoft.com/office/officeart/2011/layout/CircleProcess"/>
    <dgm:cxn modelId="{32E54A86-BF97-4B52-8265-85E889989DE3}" type="presParOf" srcId="{DE2811F7-206A-4599-928A-A30DEF5711D4}" destId="{22C466E7-0708-4260-A531-91BDA60DFD2A}" srcOrd="4" destOrd="0" presId="urn:microsoft.com/office/officeart/2011/layout/CircleProcess"/>
    <dgm:cxn modelId="{F3BC3B3B-7117-4560-B68A-4B39D36D3590}" type="presParOf" srcId="{22C466E7-0708-4260-A531-91BDA60DFD2A}" destId="{67668CC8-DF66-43D5-8D77-3D26CBDB4A91}" srcOrd="0" destOrd="0" presId="urn:microsoft.com/office/officeart/2011/layout/CircleProcess"/>
    <dgm:cxn modelId="{D5C80034-2C2B-4A2E-A3F8-9E68B3439328}" type="presParOf" srcId="{DE2811F7-206A-4599-928A-A30DEF5711D4}" destId="{D1B56BE1-1241-4C5D-8785-D01553BA4B23}" srcOrd="5" destOrd="0" presId="urn:microsoft.com/office/officeart/2011/layout/CircleProcess"/>
    <dgm:cxn modelId="{014555FC-9777-4F10-B008-97A643B6D36A}" type="presParOf" srcId="{DE2811F7-206A-4599-928A-A30DEF5711D4}" destId="{E374C702-6F65-46BA-B9B2-C72AD86EE9B6}" srcOrd="6" destOrd="0" presId="urn:microsoft.com/office/officeart/2011/layout/CircleProcess"/>
    <dgm:cxn modelId="{FB4DD2DC-53A3-4ECD-AFCE-FBD2CA043352}" type="presParOf" srcId="{E374C702-6F65-46BA-B9B2-C72AD86EE9B6}" destId="{D8C8C067-E8BE-47AC-ABA4-EC00C345B111}" srcOrd="0" destOrd="0" presId="urn:microsoft.com/office/officeart/2011/layout/CircleProcess"/>
    <dgm:cxn modelId="{8D7791F6-1395-4692-97FF-F795FE1BBA76}" type="presParOf" srcId="{DE2811F7-206A-4599-928A-A30DEF5711D4}" destId="{F2574A6F-CDA0-49FD-AD58-5EDA445EFDD7}" srcOrd="7" destOrd="0" presId="urn:microsoft.com/office/officeart/2011/layout/CircleProcess"/>
    <dgm:cxn modelId="{268F4426-4434-4143-B692-598E79101036}" type="presParOf" srcId="{F2574A6F-CDA0-49FD-AD58-5EDA445EFDD7}" destId="{75A81C12-D981-4EAF-B95C-DEADC42C72E0}" srcOrd="0" destOrd="0" presId="urn:microsoft.com/office/officeart/2011/layout/CircleProcess"/>
    <dgm:cxn modelId="{AB7FA6C2-840A-4EE1-96B2-78889BD41225}" type="presParOf" srcId="{DE2811F7-206A-4599-928A-A30DEF5711D4}" destId="{4A5B7DA6-6390-42D1-8EBC-1EA324367481}" srcOrd="8" destOrd="0" presId="urn:microsoft.com/office/officeart/2011/layout/CircleProcess"/>
    <dgm:cxn modelId="{C91DBD8D-CCF9-4995-9882-BD73C78100C1}" type="presParOf" srcId="{DE2811F7-206A-4599-928A-A30DEF5711D4}" destId="{E035A832-5A6D-4FA1-BDA6-E286B5CB2D82}" srcOrd="9" destOrd="0" presId="urn:microsoft.com/office/officeart/2011/layout/CircleProcess"/>
    <dgm:cxn modelId="{3E73C163-DCD3-482D-AA21-F58C2290C25A}" type="presParOf" srcId="{E035A832-5A6D-4FA1-BDA6-E286B5CB2D82}" destId="{B3F11C38-F064-4B0B-AB88-93A50BB81E68}" srcOrd="0" destOrd="0" presId="urn:microsoft.com/office/officeart/2011/layout/CircleProcess"/>
    <dgm:cxn modelId="{C67C2E51-0BBF-457B-86C6-F0ECDCB69015}" type="presParOf" srcId="{DE2811F7-206A-4599-928A-A30DEF5711D4}" destId="{84C296E8-3643-40F5-9134-ADA4C9AEE820}" srcOrd="10" destOrd="0" presId="urn:microsoft.com/office/officeart/2011/layout/CircleProcess"/>
    <dgm:cxn modelId="{7B5E2CFE-34AA-49B5-A92C-8821578F0608}" type="presParOf" srcId="{84C296E8-3643-40F5-9134-ADA4C9AEE820}" destId="{AD829B19-C2A0-4979-8944-014A654ECC0A}" srcOrd="0" destOrd="0" presId="urn:microsoft.com/office/officeart/2011/layout/CircleProcess"/>
    <dgm:cxn modelId="{738B5AE4-BFF5-466D-993C-23ACBB04D170}" type="presParOf" srcId="{DE2811F7-206A-4599-928A-A30DEF5711D4}" destId="{994F9458-2BA0-4B84-8145-C56D62957992}" srcOrd="11" destOrd="0" presId="urn:microsoft.com/office/officeart/2011/layout/CircleProcess"/>
    <dgm:cxn modelId="{C41D4212-D8E9-4448-A15A-70CC572AA4A6}" type="presParOf" srcId="{DE2811F7-206A-4599-928A-A30DEF5711D4}" destId="{4FBC99D9-5B0C-4F1E-9876-96C10C900323}" srcOrd="12" destOrd="0" presId="urn:microsoft.com/office/officeart/2011/layout/CircleProcess"/>
    <dgm:cxn modelId="{465D7FD7-B986-492B-9E6A-63D369D84149}" type="presParOf" srcId="{4FBC99D9-5B0C-4F1E-9876-96C10C900323}" destId="{E03172D4-FF79-434E-849A-4FEB44A7AD34}" srcOrd="0" destOrd="0" presId="urn:microsoft.com/office/officeart/2011/layout/CircleProcess"/>
    <dgm:cxn modelId="{0C1BC567-EDBB-45B8-B18A-4EDDC3D6C7EE}" type="presParOf" srcId="{DE2811F7-206A-4599-928A-A30DEF5711D4}" destId="{359F1749-B3DA-45EE-9FC1-3CCBBFD2767D}" srcOrd="13" destOrd="0" presId="urn:microsoft.com/office/officeart/2011/layout/CircleProcess"/>
    <dgm:cxn modelId="{DEAB2026-DF6C-4E3B-8388-A5D1B27C4293}" type="presParOf" srcId="{359F1749-B3DA-45EE-9FC1-3CCBBFD2767D}" destId="{2374E0C4-D92A-48D0-9CBB-3AFE2D011823}" srcOrd="0" destOrd="0" presId="urn:microsoft.com/office/officeart/2011/layout/CircleProcess"/>
    <dgm:cxn modelId="{07D2B1A7-551A-4161-88D5-080A544C17E2}" type="presParOf" srcId="{DE2811F7-206A-4599-928A-A30DEF5711D4}" destId="{36A8E9D9-2381-4AA0-9885-86AAAAC7ADB4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63AC8-76F1-4556-9AFE-C1576C91C47A}">
      <dsp:nvSpPr>
        <dsp:cNvPr id="0" name=""/>
        <dsp:cNvSpPr/>
      </dsp:nvSpPr>
      <dsp:spPr>
        <a:xfrm>
          <a:off x="19832926" y="5126015"/>
          <a:ext cx="4522229" cy="452296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85382A8-7512-4430-AF73-966F9DEC1729}">
      <dsp:nvSpPr>
        <dsp:cNvPr id="0" name=""/>
        <dsp:cNvSpPr/>
      </dsp:nvSpPr>
      <dsp:spPr>
        <a:xfrm>
          <a:off x="19982143" y="5276807"/>
          <a:ext cx="4221389" cy="422138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Optimization Of Model</a:t>
          </a:r>
          <a:endParaRPr lang="en-IN" sz="4300" kern="1200" dirty="0"/>
        </a:p>
      </dsp:txBody>
      <dsp:txXfrm>
        <a:off x="20586230" y="5879976"/>
        <a:ext cx="3015621" cy="3015048"/>
      </dsp:txXfrm>
    </dsp:sp>
    <dsp:sp modelId="{D123E78E-ED51-4CAE-8B8F-75647F69C87A}">
      <dsp:nvSpPr>
        <dsp:cNvPr id="0" name=""/>
        <dsp:cNvSpPr/>
      </dsp:nvSpPr>
      <dsp:spPr>
        <a:xfrm rot="2700000">
          <a:off x="15156928" y="5126250"/>
          <a:ext cx="4521706" cy="452170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7668CC8-DF66-43D5-8D77-3D26CBDB4A91}">
      <dsp:nvSpPr>
        <dsp:cNvPr id="0" name=""/>
        <dsp:cNvSpPr/>
      </dsp:nvSpPr>
      <dsp:spPr>
        <a:xfrm>
          <a:off x="15310697" y="5276807"/>
          <a:ext cx="4221389" cy="422138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Data Pre-Processing</a:t>
          </a:r>
          <a:endParaRPr lang="en-IN" sz="4300" kern="1200" dirty="0"/>
        </a:p>
      </dsp:txBody>
      <dsp:txXfrm>
        <a:off x="15912377" y="5879976"/>
        <a:ext cx="3015621" cy="3015048"/>
      </dsp:txXfrm>
    </dsp:sp>
    <dsp:sp modelId="{D8C8C067-E8BE-47AC-ABA4-EC00C345B111}">
      <dsp:nvSpPr>
        <dsp:cNvPr id="0" name=""/>
        <dsp:cNvSpPr/>
      </dsp:nvSpPr>
      <dsp:spPr>
        <a:xfrm rot="2700000">
          <a:off x="10485482" y="5126250"/>
          <a:ext cx="4521706" cy="452170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A81C12-D981-4EAF-B95C-DEADC42C72E0}">
      <dsp:nvSpPr>
        <dsp:cNvPr id="0" name=""/>
        <dsp:cNvSpPr/>
      </dsp:nvSpPr>
      <dsp:spPr>
        <a:xfrm>
          <a:off x="10636844" y="5276807"/>
          <a:ext cx="4221389" cy="422138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Training And Validation</a:t>
          </a:r>
          <a:endParaRPr lang="en-IN" sz="4300" kern="1200" dirty="0"/>
        </a:p>
      </dsp:txBody>
      <dsp:txXfrm>
        <a:off x="11238524" y="5879976"/>
        <a:ext cx="3015621" cy="3015048"/>
      </dsp:txXfrm>
    </dsp:sp>
    <dsp:sp modelId="{B3F11C38-F064-4B0B-AB88-93A50BB81E68}">
      <dsp:nvSpPr>
        <dsp:cNvPr id="0" name=""/>
        <dsp:cNvSpPr/>
      </dsp:nvSpPr>
      <dsp:spPr>
        <a:xfrm rot="2700000">
          <a:off x="5811629" y="5126250"/>
          <a:ext cx="4521706" cy="452170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829B19-C2A0-4979-8944-014A654ECC0A}">
      <dsp:nvSpPr>
        <dsp:cNvPr id="0" name=""/>
        <dsp:cNvSpPr/>
      </dsp:nvSpPr>
      <dsp:spPr>
        <a:xfrm>
          <a:off x="5962991" y="5276807"/>
          <a:ext cx="4221389" cy="422138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Model Architecture</a:t>
          </a:r>
          <a:endParaRPr lang="en-IN" sz="4300" kern="1200" dirty="0"/>
        </a:p>
      </dsp:txBody>
      <dsp:txXfrm>
        <a:off x="6567078" y="5879976"/>
        <a:ext cx="3015621" cy="3015048"/>
      </dsp:txXfrm>
    </dsp:sp>
    <dsp:sp modelId="{E03172D4-FF79-434E-849A-4FEB44A7AD34}">
      <dsp:nvSpPr>
        <dsp:cNvPr id="0" name=""/>
        <dsp:cNvSpPr/>
      </dsp:nvSpPr>
      <dsp:spPr>
        <a:xfrm rot="2700000">
          <a:off x="1137776" y="5126250"/>
          <a:ext cx="4521706" cy="4521706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74E0C4-D92A-48D0-9CBB-3AFE2D011823}">
      <dsp:nvSpPr>
        <dsp:cNvPr id="0" name=""/>
        <dsp:cNvSpPr/>
      </dsp:nvSpPr>
      <dsp:spPr>
        <a:xfrm>
          <a:off x="1289138" y="5276807"/>
          <a:ext cx="4221389" cy="422138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Data collection</a:t>
          </a:r>
          <a:endParaRPr lang="en-IN" sz="4300" kern="1200" dirty="0"/>
        </a:p>
      </dsp:txBody>
      <dsp:txXfrm>
        <a:off x="1893225" y="5879976"/>
        <a:ext cx="3015621" cy="30150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6/10/2022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7.png"/><Relationship Id="rId3" Type="http://schemas.openxmlformats.org/officeDocument/2006/relationships/hyperlink" Target="https://github.com/navoshta/behavioral-cloning" TargetMode="External"/><Relationship Id="rId7" Type="http://schemas.openxmlformats.org/officeDocument/2006/relationships/image" Target="../media/image6.png"/><Relationship Id="rId12" Type="http://schemas.microsoft.com/office/2007/relationships/diagramDrawing" Target="../diagrams/drawing1.xml"/><Relationship Id="rId2" Type="http://schemas.openxmlformats.org/officeDocument/2006/relationships/hyperlink" Target="https://www.linkedin.com/company/avida-nita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png"/><Relationship Id="rId15" Type="http://schemas.openxmlformats.org/officeDocument/2006/relationships/image" Target="../media/image9.jp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png"/><Relationship Id="rId9" Type="http://schemas.openxmlformats.org/officeDocument/2006/relationships/diagramLayout" Target="../diagrams/layout1.xml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570801" y="84189"/>
            <a:ext cx="21117102" cy="321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Team AVIDA</a:t>
            </a:r>
          </a:p>
          <a:p>
            <a:pPr algn="ctr" eaLnBrk="1" hangingPunct="1"/>
            <a:r>
              <a:rPr lang="en-US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Behavioral Cloning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570801" y="3120414"/>
            <a:ext cx="21117102" cy="222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Anawil Tiwari. Krushna Borude.Sumit Ananda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136" y="39049741"/>
            <a:ext cx="6696206" cy="23961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3000" dirty="0"/>
              <a:t>Team AVIDA</a:t>
            </a:r>
          </a:p>
          <a:p>
            <a:r>
              <a:rPr lang="en-US" sz="3000" dirty="0"/>
              <a:t>Team Id –SDCC2021001</a:t>
            </a:r>
          </a:p>
          <a:p>
            <a:r>
              <a:rPr lang="en-US" sz="3000" dirty="0"/>
              <a:t>National Institute of Technology, Agartala.</a:t>
            </a:r>
          </a:p>
          <a:p>
            <a:r>
              <a:rPr lang="en-US" sz="3000" dirty="0"/>
              <a:t>LinkedIn: </a:t>
            </a:r>
            <a:r>
              <a:rPr lang="en-US" sz="3000" dirty="0">
                <a:hlinkClick r:id="rId2"/>
              </a:rPr>
              <a:t>Team Avida/LinkedIn</a:t>
            </a:r>
            <a:endParaRPr lang="en-US" sz="3000" dirty="0"/>
          </a:p>
          <a:p>
            <a:r>
              <a:rPr lang="en-US" sz="3000" dirty="0"/>
              <a:t>Phone:7905155527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136" y="37890733"/>
            <a:ext cx="2385859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33637" y="39049741"/>
            <a:ext cx="13452122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434850" indent="-434850">
              <a:buFont typeface="+mj-lt"/>
              <a:buAutoNum type="arabicPeriod"/>
            </a:pPr>
            <a:r>
              <a:rPr lang="en-US" sz="1600" dirty="0">
                <a:hlinkClick r:id="rId3"/>
              </a:rPr>
              <a:t>https://github.com/navoshta/behavioral-cloning</a:t>
            </a:r>
            <a:endParaRPr lang="en-US" sz="1600" dirty="0"/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https://github.com/naokishibuya/car-behavioral-cloning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https://medium.com/@madhusudhan.d/guiding-self-driving-car-using-behavioral-cloning-9c24541a425d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https://tina-chien-tw.medium.com/behavioral-cloning-project-3fadf2ae0db2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https://towardsdatascience.com/behavioural-cloning-applied-to-self-driving-car-on-a-simulated-track-5365e1082230  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15133638" y="37890733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681515" y="7491469"/>
            <a:ext cx="8407576" cy="7276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To have any idea to start this project, the CNN that was eventually used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was based on NVIDIA’s End to End Learning for Self-Driving Cars paper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with different input image size and with dropout added to improve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robustness. From the paper, data collection is the first important part. Per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project requirement, data collection can only performed on Track 1. We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drove about 4 laps around Track 1 by keyboard control to collect data. The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driving wasn’t </a:t>
            </a:r>
            <a:r>
              <a:rPr lang="en-US" sz="3000" dirty="0" err="1">
                <a:latin typeface="Calibri" pitchFamily="34" charset="0"/>
              </a:rPr>
              <a:t>extrememly</a:t>
            </a:r>
            <a:r>
              <a:rPr lang="en-US" sz="3000" dirty="0">
                <a:latin typeface="Calibri" pitchFamily="34" charset="0"/>
              </a:rPr>
              <a:t> smooth as actual driving. So we decided to use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Udacity sample data as starting point.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81515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81515" y="1606311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Introduction</a:t>
            </a: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10929850" y="7452519"/>
            <a:ext cx="8407576" cy="312126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(Data Collection)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Understanding Data: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Training and Validation: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Data Pre-processing: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Optimizing the Model: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Challenges with the project: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29850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681515" y="17385160"/>
            <a:ext cx="8407576" cy="1143123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+mn-lt"/>
              </a:rPr>
              <a:t>In this project, we design, train, and test a convolutional neural network</a:t>
            </a:r>
          </a:p>
          <a:p>
            <a:pPr eaLnBrk="1" hangingPunct="1"/>
            <a:r>
              <a:rPr lang="en-US" sz="3000" dirty="0">
                <a:latin typeface="+mn-lt"/>
              </a:rPr>
              <a:t>(CNN) to clone the driving </a:t>
            </a:r>
            <a:r>
              <a:rPr lang="en-US" sz="3000" dirty="0" err="1">
                <a:latin typeface="+mn-lt"/>
              </a:rPr>
              <a:t>behaviour</a:t>
            </a:r>
            <a:r>
              <a:rPr lang="en-US" sz="3000" dirty="0">
                <a:latin typeface="+mn-lt"/>
              </a:rPr>
              <a:t> from sample images recorded</a:t>
            </a:r>
          </a:p>
          <a:p>
            <a:pPr eaLnBrk="1" hangingPunct="1"/>
            <a:r>
              <a:rPr lang="en-US" sz="3000" dirty="0">
                <a:latin typeface="+mn-lt"/>
              </a:rPr>
              <a:t>from Udacity’s driving simulator.</a:t>
            </a:r>
          </a:p>
          <a:p>
            <a:pPr eaLnBrk="1" hangingPunct="1"/>
            <a:r>
              <a:rPr lang="en-US" sz="3000" dirty="0">
                <a:latin typeface="+mn-lt"/>
              </a:rPr>
              <a:t>Behavioral cloning is a method by which human sub-cognitive skills can be</a:t>
            </a:r>
          </a:p>
          <a:p>
            <a:pPr eaLnBrk="1" hangingPunct="1"/>
            <a:r>
              <a:rPr lang="en-US" sz="3000" dirty="0">
                <a:latin typeface="+mn-lt"/>
              </a:rPr>
              <a:t>captured and reproduced in a computer program. As the human subject</a:t>
            </a:r>
          </a:p>
          <a:p>
            <a:pPr eaLnBrk="1" hangingPunct="1"/>
            <a:r>
              <a:rPr lang="en-US" sz="3000" dirty="0">
                <a:latin typeface="+mn-lt"/>
              </a:rPr>
              <a:t>performs the skill, his or her actions are recorded along with the situation</a:t>
            </a:r>
          </a:p>
          <a:p>
            <a:pPr eaLnBrk="1" hangingPunct="1"/>
            <a:r>
              <a:rPr lang="en-US" sz="3000" dirty="0">
                <a:latin typeface="+mn-lt"/>
              </a:rPr>
              <a:t>that gave rise to the action. A log of these records is used as input to a</a:t>
            </a:r>
          </a:p>
          <a:p>
            <a:pPr eaLnBrk="1" hangingPunct="1"/>
            <a:r>
              <a:rPr lang="en-US" sz="3000" dirty="0">
                <a:latin typeface="+mn-lt"/>
              </a:rPr>
              <a:t>learning program.</a:t>
            </a:r>
          </a:p>
          <a:p>
            <a:pPr eaLnBrk="1" hangingPunct="1"/>
            <a:r>
              <a:rPr lang="en-US" sz="3000" dirty="0">
                <a:latin typeface="+mn-lt"/>
              </a:rPr>
              <a:t>The goals / steps of this project are the following: Use the simulator to</a:t>
            </a:r>
          </a:p>
          <a:p>
            <a:pPr eaLnBrk="1" hangingPunct="1"/>
            <a:r>
              <a:rPr lang="en-US" sz="3000" dirty="0">
                <a:latin typeface="+mn-lt"/>
              </a:rPr>
              <a:t>collect data of good driving behavior Build, a convolution neural network</a:t>
            </a:r>
          </a:p>
          <a:p>
            <a:pPr eaLnBrk="1" hangingPunct="1"/>
            <a:r>
              <a:rPr lang="en-US" sz="3000" dirty="0">
                <a:latin typeface="+mn-lt"/>
              </a:rPr>
              <a:t>(using </a:t>
            </a:r>
            <a:r>
              <a:rPr lang="en-US" sz="3000" dirty="0" err="1">
                <a:latin typeface="+mn-lt"/>
              </a:rPr>
              <a:t>Keras</a:t>
            </a:r>
            <a:r>
              <a:rPr lang="en-US" sz="3000" dirty="0">
                <a:latin typeface="+mn-lt"/>
              </a:rPr>
              <a:t>) that predicts steering angles from images Train and validate</a:t>
            </a:r>
          </a:p>
          <a:p>
            <a:pPr eaLnBrk="1" hangingPunct="1"/>
            <a:r>
              <a:rPr lang="en-US" sz="3000" dirty="0">
                <a:latin typeface="+mn-lt"/>
              </a:rPr>
              <a:t>the model with a training and validation set Test that the model</a:t>
            </a:r>
          </a:p>
          <a:p>
            <a:pPr eaLnBrk="1" hangingPunct="1"/>
            <a:r>
              <a:rPr lang="en-US" sz="3000" dirty="0">
                <a:latin typeface="+mn-lt"/>
              </a:rPr>
              <a:t>successfully drives around the track without leaving the road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48993" y="1129794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Results</a:t>
            </a:r>
          </a:p>
        </p:txBody>
      </p:sp>
      <p:sp>
        <p:nvSpPr>
          <p:cNvPr id="51" name="Text Box 180"/>
          <p:cNvSpPr txBox="1">
            <a:spLocks noChangeArrowheads="1"/>
          </p:cNvSpPr>
          <p:nvPr/>
        </p:nvSpPr>
        <p:spPr bwMode="auto">
          <a:xfrm>
            <a:off x="21694141" y="17666715"/>
            <a:ext cx="3884987" cy="45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>
                <a:latin typeface="Calibri" pitchFamily="34" charset="0"/>
              </a:rPr>
              <a:t>Figure 1.</a:t>
            </a:r>
            <a:r>
              <a:rPr lang="en-US" sz="2400" dirty="0">
                <a:latin typeface="Calibri" pitchFamily="34" charset="0"/>
              </a:rPr>
              <a:t> Label in 24pt Calibri.</a:t>
            </a:r>
          </a:p>
        </p:txBody>
      </p:sp>
      <p:sp>
        <p:nvSpPr>
          <p:cNvPr id="28" name="Text Box 193">
            <a:extLst>
              <a:ext uri="{FF2B5EF4-FFF2-40B4-BE49-F238E27FC236}">
                <a16:creationId xmlns:a16="http://schemas.microsoft.com/office/drawing/2014/main" id="{59B62BAB-8652-2E5D-2F60-C6AC0D072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4965" y="7473610"/>
            <a:ext cx="8407576" cy="912290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This project of Udacity is a challenging one specially for beginners in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machine learning. This one involves collecting the training data by self. The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task of collecting training data, devising a strategy for it can itself be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daunting at first. Next comes the difficulty in setting up the model,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processing the input data and optimizing the model parameters. More often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we might have concluded that its impossible to solve. The project is based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on deep learning, but it provides scope for us to learn deeply. That’s the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only way to solve this problem. Once we saw the car navigating the track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with help of my trained model, the entire struggle to solve this problem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vanished and we were filled with sheer joy.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75559B-7C1C-A070-E93E-24102C8C99B6}"/>
              </a:ext>
            </a:extLst>
          </p:cNvPr>
          <p:cNvSpPr/>
          <p:nvPr/>
        </p:nvSpPr>
        <p:spPr>
          <a:xfrm>
            <a:off x="20434965" y="6353463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CC87B2-2884-221E-0FA7-94C9F6403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7058" y="18687083"/>
            <a:ext cx="6226379" cy="4340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B8DB1F-BF4F-2CC2-A9EF-E123B423C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5658" y="23149719"/>
            <a:ext cx="6226379" cy="42178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7451D1-1C15-1077-B9B0-08E6BF5ADD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7503" y="26802255"/>
            <a:ext cx="18715038" cy="44291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865C00-7154-F54A-1C41-3884A49A80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993" y="12690746"/>
            <a:ext cx="8407576" cy="5668659"/>
          </a:xfrm>
          <a:prstGeom prst="rect">
            <a:avLst/>
          </a:prstGeom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576D17AB-2B25-B5C2-95B6-EAB10C74FD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2430546"/>
              </p:ext>
            </p:extLst>
          </p:nvPr>
        </p:nvGraphicFramePr>
        <p:xfrm>
          <a:off x="2992475" y="26504401"/>
          <a:ext cx="24556457" cy="14774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41388047-08F2-C1B5-382C-A67E3C09D5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87908" y="18172133"/>
            <a:ext cx="6226379" cy="8914202"/>
          </a:xfrm>
          <a:prstGeom prst="rect">
            <a:avLst/>
          </a:prstGeom>
        </p:spPr>
      </p:pic>
      <p:pic>
        <p:nvPicPr>
          <p:cNvPr id="23" name="Picture 2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B5B562A-5E33-82A6-43C4-F0F5BCDF7C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0575" y="579761"/>
            <a:ext cx="5301280" cy="3785958"/>
          </a:xfrm>
          <a:prstGeom prst="rect">
            <a:avLst/>
          </a:prstGeom>
        </p:spPr>
      </p:pic>
      <p:pic>
        <p:nvPicPr>
          <p:cNvPr id="38" name="Picture 37" descr="Logo&#10;&#10;Description automatically generated">
            <a:extLst>
              <a:ext uri="{FF2B5EF4-FFF2-40B4-BE49-F238E27FC236}">
                <a16:creationId xmlns:a16="http://schemas.microsoft.com/office/drawing/2014/main" id="{181AF6DC-D1A2-D514-5E94-D35CAFB09B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20" y="725880"/>
            <a:ext cx="3297831" cy="32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516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thanesh bisen</cp:lastModifiedBy>
  <cp:revision>67</cp:revision>
  <cp:lastPrinted>2013-02-12T02:21:55Z</cp:lastPrinted>
  <dcterms:created xsi:type="dcterms:W3CDTF">2013-02-10T21:14:48Z</dcterms:created>
  <dcterms:modified xsi:type="dcterms:W3CDTF">2022-06-10T18:01:11Z</dcterms:modified>
</cp:coreProperties>
</file>