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67275" cy="42794238"/>
  <p:notesSz cx="7004050" cy="9290050"/>
  <p:defaultText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9">
          <p15:clr>
            <a:srgbClr val="A4A3A4"/>
          </p15:clr>
        </p15:guide>
        <p15:guide id="2" pos="95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60" autoAdjust="0"/>
    <p:restoredTop sz="94676" autoAdjust="0"/>
  </p:normalViewPr>
  <p:slideViewPr>
    <p:cSldViewPr>
      <p:cViewPr varScale="1">
        <p:scale>
          <a:sx n="18" d="100"/>
          <a:sy n="18" d="100"/>
        </p:scale>
        <p:origin x="828" y="126"/>
      </p:cViewPr>
      <p:guideLst>
        <p:guide orient="horz" pos="13479"/>
        <p:guide pos="9533"/>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shit Gupta" userId="0804c3bad9979ff3" providerId="LiveId" clId="{A35778EC-540B-4400-8893-73092408C77C}"/>
    <pc:docChg chg="custSel modSld">
      <pc:chgData name="Rakshit Gupta" userId="0804c3bad9979ff3" providerId="LiveId" clId="{A35778EC-540B-4400-8893-73092408C77C}" dt="2022-06-10T06:44:40.122" v="693" actId="20577"/>
      <pc:docMkLst>
        <pc:docMk/>
      </pc:docMkLst>
      <pc:sldChg chg="modSp mod">
        <pc:chgData name="Rakshit Gupta" userId="0804c3bad9979ff3" providerId="LiveId" clId="{A35778EC-540B-4400-8893-73092408C77C}" dt="2022-06-10T06:44:40.122" v="693" actId="20577"/>
        <pc:sldMkLst>
          <pc:docMk/>
          <pc:sldMk cId="2251251862" sldId="256"/>
        </pc:sldMkLst>
        <pc:spChg chg="mod">
          <ac:chgData name="Rakshit Gupta" userId="0804c3bad9979ff3" providerId="LiveId" clId="{A35778EC-540B-4400-8893-73092408C77C}" dt="2022-06-10T06:09:14.132" v="1" actId="20577"/>
          <ac:spMkLst>
            <pc:docMk/>
            <pc:sldMk cId="2251251862" sldId="256"/>
            <ac:spMk id="5" creationId="{00000000-0000-0000-0000-000000000000}"/>
          </ac:spMkLst>
        </pc:spChg>
        <pc:spChg chg="mod">
          <ac:chgData name="Rakshit Gupta" userId="0804c3bad9979ff3" providerId="LiveId" clId="{A35778EC-540B-4400-8893-73092408C77C}" dt="2022-06-10T06:44:40.122" v="693" actId="20577"/>
          <ac:spMkLst>
            <pc:docMk/>
            <pc:sldMk cId="2251251862" sldId="256"/>
            <ac:spMk id="10" creationId="{00000000-0000-0000-0000-000000000000}"/>
          </ac:spMkLst>
        </pc:spChg>
        <pc:spChg chg="mod">
          <ac:chgData name="Rakshit Gupta" userId="0804c3bad9979ff3" providerId="LiveId" clId="{A35778EC-540B-4400-8893-73092408C77C}" dt="2022-06-10T06:35:32.236" v="19" actId="20577"/>
          <ac:spMkLst>
            <pc:docMk/>
            <pc:sldMk cId="2251251862" sldId="256"/>
            <ac:spMk id="11"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1C5961-038A-4FAF-8659-FC537A61AC3B}" type="doc">
      <dgm:prSet loTypeId="urn:microsoft.com/office/officeart/2009/3/layout/RandomtoResultProcess" loCatId="process" qsTypeId="urn:microsoft.com/office/officeart/2005/8/quickstyle/simple5" qsCatId="simple" csTypeId="urn:microsoft.com/office/officeart/2005/8/colors/accent1_4" csCatId="accent1" phldr="1"/>
      <dgm:spPr/>
    </dgm:pt>
    <dgm:pt modelId="{BEC3FD0A-02FD-4E3F-ADAA-DB3B7E19C750}">
      <dgm:prSet phldrT="[Text]"/>
      <dgm:spPr/>
      <dgm:t>
        <a:bodyPr/>
        <a:lstStyle/>
        <a:p>
          <a:r>
            <a:rPr lang="en-US" dirty="0"/>
            <a:t>Camera calibration</a:t>
          </a:r>
          <a:endParaRPr lang="en-IN" dirty="0"/>
        </a:p>
      </dgm:t>
    </dgm:pt>
    <dgm:pt modelId="{F090F876-9913-441C-9B74-D836A3ECA09B}" type="parTrans" cxnId="{E3A86D74-6D13-4E2C-B44C-3861937D12D9}">
      <dgm:prSet/>
      <dgm:spPr/>
      <dgm:t>
        <a:bodyPr/>
        <a:lstStyle/>
        <a:p>
          <a:endParaRPr lang="en-IN"/>
        </a:p>
      </dgm:t>
    </dgm:pt>
    <dgm:pt modelId="{ABF83D36-C199-414E-8B6E-3FBE4F57156F}" type="sibTrans" cxnId="{E3A86D74-6D13-4E2C-B44C-3861937D12D9}">
      <dgm:prSet/>
      <dgm:spPr/>
      <dgm:t>
        <a:bodyPr/>
        <a:lstStyle/>
        <a:p>
          <a:endParaRPr lang="en-IN"/>
        </a:p>
      </dgm:t>
    </dgm:pt>
    <dgm:pt modelId="{F22DD5E2-8227-404F-B943-1DFEE8FA63B7}">
      <dgm:prSet phldrT="[Text]"/>
      <dgm:spPr/>
      <dgm:t>
        <a:bodyPr/>
        <a:lstStyle/>
        <a:p>
          <a:r>
            <a:rPr lang="en-US" dirty="0"/>
            <a:t>Distortion correction and color ,Perspective transform</a:t>
          </a:r>
          <a:endParaRPr lang="en-IN" dirty="0"/>
        </a:p>
      </dgm:t>
    </dgm:pt>
    <dgm:pt modelId="{2F7E09D3-2D43-4EC2-AAAF-795435C47936}" type="parTrans" cxnId="{4FDFE5BB-A0F4-4CB0-868B-429A944D42D6}">
      <dgm:prSet/>
      <dgm:spPr/>
      <dgm:t>
        <a:bodyPr/>
        <a:lstStyle/>
        <a:p>
          <a:endParaRPr lang="en-IN"/>
        </a:p>
      </dgm:t>
    </dgm:pt>
    <dgm:pt modelId="{C12FDE32-1F79-4BAE-A3BF-DD01FE47717A}" type="sibTrans" cxnId="{4FDFE5BB-A0F4-4CB0-868B-429A944D42D6}">
      <dgm:prSet/>
      <dgm:spPr/>
      <dgm:t>
        <a:bodyPr/>
        <a:lstStyle/>
        <a:p>
          <a:endParaRPr lang="en-IN"/>
        </a:p>
      </dgm:t>
    </dgm:pt>
    <dgm:pt modelId="{B6A46240-1A52-48B3-BA11-A6619DA8718F}">
      <dgm:prSet phldrT="[Text]"/>
      <dgm:spPr/>
      <dgm:t>
        <a:bodyPr/>
        <a:lstStyle/>
        <a:p>
          <a:r>
            <a:rPr lang="en-US" dirty="0"/>
            <a:t>Determining curvature</a:t>
          </a:r>
          <a:endParaRPr lang="en-IN" dirty="0"/>
        </a:p>
      </dgm:t>
    </dgm:pt>
    <dgm:pt modelId="{F99B5B67-8FF5-464F-A328-999BCFB36E3B}" type="parTrans" cxnId="{26B8FBB0-550C-426D-8C6F-C04F7DC9B221}">
      <dgm:prSet/>
      <dgm:spPr/>
      <dgm:t>
        <a:bodyPr/>
        <a:lstStyle/>
        <a:p>
          <a:endParaRPr lang="en-IN"/>
        </a:p>
      </dgm:t>
    </dgm:pt>
    <dgm:pt modelId="{1C79AC7B-DEEE-407A-93E6-93548372EB80}" type="sibTrans" cxnId="{26B8FBB0-550C-426D-8C6F-C04F7DC9B221}">
      <dgm:prSet/>
      <dgm:spPr/>
      <dgm:t>
        <a:bodyPr/>
        <a:lstStyle/>
        <a:p>
          <a:endParaRPr lang="en-IN"/>
        </a:p>
      </dgm:t>
    </dgm:pt>
    <dgm:pt modelId="{EB42A62A-EE25-45DF-8E0E-DDF5B9392F0F}">
      <dgm:prSet phldrT="[Text]"/>
      <dgm:spPr/>
      <dgm:t>
        <a:bodyPr/>
        <a:lstStyle/>
        <a:p>
          <a:r>
            <a:rPr lang="en-US" dirty="0"/>
            <a:t>Warping data over original image</a:t>
          </a:r>
          <a:endParaRPr lang="en-IN" dirty="0"/>
        </a:p>
      </dgm:t>
    </dgm:pt>
    <dgm:pt modelId="{0F164496-A8CA-4EDE-966B-B4D198DAEABA}" type="parTrans" cxnId="{26CF20C1-A7DB-4374-AEC2-A26BD2574B08}">
      <dgm:prSet/>
      <dgm:spPr/>
      <dgm:t>
        <a:bodyPr/>
        <a:lstStyle/>
        <a:p>
          <a:endParaRPr lang="en-IN"/>
        </a:p>
      </dgm:t>
    </dgm:pt>
    <dgm:pt modelId="{72A3CB8C-9596-4038-AA92-C3C0ECB9AAAE}" type="sibTrans" cxnId="{26CF20C1-A7DB-4374-AEC2-A26BD2574B08}">
      <dgm:prSet/>
      <dgm:spPr/>
      <dgm:t>
        <a:bodyPr/>
        <a:lstStyle/>
        <a:p>
          <a:endParaRPr lang="en-IN"/>
        </a:p>
      </dgm:t>
    </dgm:pt>
    <dgm:pt modelId="{3FAC1EAA-B0AF-4EAB-900E-DA56C8EAEB27}" type="pres">
      <dgm:prSet presAssocID="{6E1C5961-038A-4FAF-8659-FC537A61AC3B}" presName="Name0" presStyleCnt="0">
        <dgm:presLayoutVars>
          <dgm:dir/>
          <dgm:animOne val="branch"/>
          <dgm:animLvl val="lvl"/>
        </dgm:presLayoutVars>
      </dgm:prSet>
      <dgm:spPr/>
    </dgm:pt>
    <dgm:pt modelId="{EDD33CBB-9DB0-4C22-94B2-0EE310E4E53C}" type="pres">
      <dgm:prSet presAssocID="{BEC3FD0A-02FD-4E3F-ADAA-DB3B7E19C750}" presName="chaos" presStyleCnt="0"/>
      <dgm:spPr/>
    </dgm:pt>
    <dgm:pt modelId="{51513CD7-22F7-4CF9-965C-60D4A1B58800}" type="pres">
      <dgm:prSet presAssocID="{BEC3FD0A-02FD-4E3F-ADAA-DB3B7E19C750}" presName="parTx1" presStyleLbl="revTx" presStyleIdx="0" presStyleCnt="3"/>
      <dgm:spPr/>
    </dgm:pt>
    <dgm:pt modelId="{1D388E16-A1A2-4A23-9617-0677CCC8FFF9}" type="pres">
      <dgm:prSet presAssocID="{BEC3FD0A-02FD-4E3F-ADAA-DB3B7E19C750}" presName="c1" presStyleLbl="node1" presStyleIdx="0" presStyleCnt="19"/>
      <dgm:spPr/>
    </dgm:pt>
    <dgm:pt modelId="{C5A14EFE-4EF3-4E56-9ED9-A37B7A43F06C}" type="pres">
      <dgm:prSet presAssocID="{BEC3FD0A-02FD-4E3F-ADAA-DB3B7E19C750}" presName="c2" presStyleLbl="node1" presStyleIdx="1" presStyleCnt="19"/>
      <dgm:spPr/>
    </dgm:pt>
    <dgm:pt modelId="{7E3AF0E9-4DAF-4578-95C5-0BA684FC1EBB}" type="pres">
      <dgm:prSet presAssocID="{BEC3FD0A-02FD-4E3F-ADAA-DB3B7E19C750}" presName="c3" presStyleLbl="node1" presStyleIdx="2" presStyleCnt="19"/>
      <dgm:spPr/>
    </dgm:pt>
    <dgm:pt modelId="{2CCC9206-44C7-4432-A30C-4EF23B8FDA91}" type="pres">
      <dgm:prSet presAssocID="{BEC3FD0A-02FD-4E3F-ADAA-DB3B7E19C750}" presName="c4" presStyleLbl="node1" presStyleIdx="3" presStyleCnt="19"/>
      <dgm:spPr/>
    </dgm:pt>
    <dgm:pt modelId="{37C4329A-7957-4ED7-A126-3F22D179A58E}" type="pres">
      <dgm:prSet presAssocID="{BEC3FD0A-02FD-4E3F-ADAA-DB3B7E19C750}" presName="c5" presStyleLbl="node1" presStyleIdx="4" presStyleCnt="19"/>
      <dgm:spPr/>
    </dgm:pt>
    <dgm:pt modelId="{361121FD-C9CF-4542-BE22-D53B3A1DBB83}" type="pres">
      <dgm:prSet presAssocID="{BEC3FD0A-02FD-4E3F-ADAA-DB3B7E19C750}" presName="c6" presStyleLbl="node1" presStyleIdx="5" presStyleCnt="19"/>
      <dgm:spPr/>
    </dgm:pt>
    <dgm:pt modelId="{9FEBD24B-5D65-465D-962A-A541B7350382}" type="pres">
      <dgm:prSet presAssocID="{BEC3FD0A-02FD-4E3F-ADAA-DB3B7E19C750}" presName="c7" presStyleLbl="node1" presStyleIdx="6" presStyleCnt="19"/>
      <dgm:spPr/>
    </dgm:pt>
    <dgm:pt modelId="{313471AB-81D5-443D-AF02-E9C0209A5A4E}" type="pres">
      <dgm:prSet presAssocID="{BEC3FD0A-02FD-4E3F-ADAA-DB3B7E19C750}" presName="c8" presStyleLbl="node1" presStyleIdx="7" presStyleCnt="19"/>
      <dgm:spPr/>
    </dgm:pt>
    <dgm:pt modelId="{96DF0356-34C3-4F3C-AD27-C5135FF9636B}" type="pres">
      <dgm:prSet presAssocID="{BEC3FD0A-02FD-4E3F-ADAA-DB3B7E19C750}" presName="c9" presStyleLbl="node1" presStyleIdx="8" presStyleCnt="19"/>
      <dgm:spPr/>
    </dgm:pt>
    <dgm:pt modelId="{B4C9D928-E046-4E8B-B076-50EB32CB0AD4}" type="pres">
      <dgm:prSet presAssocID="{BEC3FD0A-02FD-4E3F-ADAA-DB3B7E19C750}" presName="c10" presStyleLbl="node1" presStyleIdx="9" presStyleCnt="19"/>
      <dgm:spPr/>
    </dgm:pt>
    <dgm:pt modelId="{71669772-D9B9-4E98-A9F8-9B1335E84DB9}" type="pres">
      <dgm:prSet presAssocID="{BEC3FD0A-02FD-4E3F-ADAA-DB3B7E19C750}" presName="c11" presStyleLbl="node1" presStyleIdx="10" presStyleCnt="19"/>
      <dgm:spPr/>
    </dgm:pt>
    <dgm:pt modelId="{8F5DEDAA-9355-4AB9-8E52-B3133FE887FA}" type="pres">
      <dgm:prSet presAssocID="{BEC3FD0A-02FD-4E3F-ADAA-DB3B7E19C750}" presName="c12" presStyleLbl="node1" presStyleIdx="11" presStyleCnt="19"/>
      <dgm:spPr/>
    </dgm:pt>
    <dgm:pt modelId="{759C6907-CC75-4566-BFE6-941297DE86AB}" type="pres">
      <dgm:prSet presAssocID="{BEC3FD0A-02FD-4E3F-ADAA-DB3B7E19C750}" presName="c13" presStyleLbl="node1" presStyleIdx="12" presStyleCnt="19"/>
      <dgm:spPr/>
    </dgm:pt>
    <dgm:pt modelId="{CD5DF60C-1207-4782-A640-10BF4F417096}" type="pres">
      <dgm:prSet presAssocID="{BEC3FD0A-02FD-4E3F-ADAA-DB3B7E19C750}" presName="c14" presStyleLbl="node1" presStyleIdx="13" presStyleCnt="19"/>
      <dgm:spPr/>
    </dgm:pt>
    <dgm:pt modelId="{34D4762E-557A-451C-9F4B-DC813928CB9B}" type="pres">
      <dgm:prSet presAssocID="{BEC3FD0A-02FD-4E3F-ADAA-DB3B7E19C750}" presName="c15" presStyleLbl="node1" presStyleIdx="14" presStyleCnt="19"/>
      <dgm:spPr/>
    </dgm:pt>
    <dgm:pt modelId="{46990A08-AF90-406B-8E82-D5E676117772}" type="pres">
      <dgm:prSet presAssocID="{BEC3FD0A-02FD-4E3F-ADAA-DB3B7E19C750}" presName="c16" presStyleLbl="node1" presStyleIdx="15" presStyleCnt="19"/>
      <dgm:spPr/>
    </dgm:pt>
    <dgm:pt modelId="{B334E008-C364-4A5B-A205-0E0F269A3CD4}" type="pres">
      <dgm:prSet presAssocID="{BEC3FD0A-02FD-4E3F-ADAA-DB3B7E19C750}" presName="c17" presStyleLbl="node1" presStyleIdx="16" presStyleCnt="19"/>
      <dgm:spPr/>
    </dgm:pt>
    <dgm:pt modelId="{4169B6C2-8719-4C0B-8248-36AA8E50AB2C}" type="pres">
      <dgm:prSet presAssocID="{BEC3FD0A-02FD-4E3F-ADAA-DB3B7E19C750}" presName="c18" presStyleLbl="node1" presStyleIdx="17" presStyleCnt="19"/>
      <dgm:spPr/>
    </dgm:pt>
    <dgm:pt modelId="{1A3487DB-797B-45A7-93FB-46E055E3A27A}" type="pres">
      <dgm:prSet presAssocID="{ABF83D36-C199-414E-8B6E-3FBE4F57156F}" presName="chevronComposite1" presStyleCnt="0"/>
      <dgm:spPr/>
    </dgm:pt>
    <dgm:pt modelId="{F4EB48F4-62E4-45F7-8F1F-2BCED9323A1A}" type="pres">
      <dgm:prSet presAssocID="{ABF83D36-C199-414E-8B6E-3FBE4F57156F}" presName="chevron1" presStyleLbl="sibTrans2D1" presStyleIdx="0" presStyleCnt="3"/>
      <dgm:spPr/>
    </dgm:pt>
    <dgm:pt modelId="{F40CBB3D-9271-4FFA-8876-2B7FBB3C6223}" type="pres">
      <dgm:prSet presAssocID="{ABF83D36-C199-414E-8B6E-3FBE4F57156F}" presName="spChevron1" presStyleCnt="0"/>
      <dgm:spPr/>
    </dgm:pt>
    <dgm:pt modelId="{980DC7CD-3731-435F-A91E-EBE73FC2698C}" type="pres">
      <dgm:prSet presAssocID="{F22DD5E2-8227-404F-B943-1DFEE8FA63B7}" presName="middle" presStyleCnt="0"/>
      <dgm:spPr/>
    </dgm:pt>
    <dgm:pt modelId="{689470D6-A143-44F5-9A96-70C0F99C3B48}" type="pres">
      <dgm:prSet presAssocID="{F22DD5E2-8227-404F-B943-1DFEE8FA63B7}" presName="parTxMid" presStyleLbl="revTx" presStyleIdx="1" presStyleCnt="3"/>
      <dgm:spPr/>
    </dgm:pt>
    <dgm:pt modelId="{A0BC4181-050D-48AA-A6AF-42380AF1F556}" type="pres">
      <dgm:prSet presAssocID="{F22DD5E2-8227-404F-B943-1DFEE8FA63B7}" presName="spMid" presStyleCnt="0"/>
      <dgm:spPr/>
    </dgm:pt>
    <dgm:pt modelId="{515DD9D4-3863-4747-914B-8BA638A6731A}" type="pres">
      <dgm:prSet presAssocID="{C12FDE32-1F79-4BAE-A3BF-DD01FE47717A}" presName="chevronComposite1" presStyleCnt="0"/>
      <dgm:spPr/>
    </dgm:pt>
    <dgm:pt modelId="{05A7D9D2-AD67-4B01-AEEC-E44C331B4974}" type="pres">
      <dgm:prSet presAssocID="{C12FDE32-1F79-4BAE-A3BF-DD01FE47717A}" presName="chevron1" presStyleLbl="sibTrans2D1" presStyleIdx="1" presStyleCnt="3"/>
      <dgm:spPr/>
    </dgm:pt>
    <dgm:pt modelId="{49F93F91-9CD7-410E-8F3E-94CC4F82F7B1}" type="pres">
      <dgm:prSet presAssocID="{C12FDE32-1F79-4BAE-A3BF-DD01FE47717A}" presName="spChevron1" presStyleCnt="0"/>
      <dgm:spPr/>
    </dgm:pt>
    <dgm:pt modelId="{6605F34E-9319-4D68-8417-7886747A91A6}" type="pres">
      <dgm:prSet presAssocID="{B6A46240-1A52-48B3-BA11-A6619DA8718F}" presName="middle" presStyleCnt="0"/>
      <dgm:spPr/>
    </dgm:pt>
    <dgm:pt modelId="{79E527D7-8158-45B1-98F4-5F487D976E9A}" type="pres">
      <dgm:prSet presAssocID="{B6A46240-1A52-48B3-BA11-A6619DA8718F}" presName="parTxMid" presStyleLbl="revTx" presStyleIdx="2" presStyleCnt="3"/>
      <dgm:spPr/>
    </dgm:pt>
    <dgm:pt modelId="{2386AF2B-382E-41B9-8938-52080330E893}" type="pres">
      <dgm:prSet presAssocID="{B6A46240-1A52-48B3-BA11-A6619DA8718F}" presName="spMid" presStyleCnt="0"/>
      <dgm:spPr/>
    </dgm:pt>
    <dgm:pt modelId="{67D17C85-ECD6-47EF-836A-E77B19C93824}" type="pres">
      <dgm:prSet presAssocID="{1C79AC7B-DEEE-407A-93E6-93548372EB80}" presName="chevronComposite1" presStyleCnt="0"/>
      <dgm:spPr/>
    </dgm:pt>
    <dgm:pt modelId="{175BD62B-851C-4003-A60D-3667B7B0FE7B}" type="pres">
      <dgm:prSet presAssocID="{1C79AC7B-DEEE-407A-93E6-93548372EB80}" presName="chevron1" presStyleLbl="sibTrans2D1" presStyleIdx="2" presStyleCnt="3"/>
      <dgm:spPr/>
    </dgm:pt>
    <dgm:pt modelId="{EAC174B7-979E-4DEF-B3F4-C97ABB3A7FCA}" type="pres">
      <dgm:prSet presAssocID="{1C79AC7B-DEEE-407A-93E6-93548372EB80}" presName="spChevron1" presStyleCnt="0"/>
      <dgm:spPr/>
    </dgm:pt>
    <dgm:pt modelId="{796B189E-DEA7-496E-A2E5-85B8D018D4FE}" type="pres">
      <dgm:prSet presAssocID="{EB42A62A-EE25-45DF-8E0E-DDF5B9392F0F}" presName="last" presStyleCnt="0"/>
      <dgm:spPr/>
    </dgm:pt>
    <dgm:pt modelId="{C2804685-BC65-490E-92EA-B2B42DFCDFF9}" type="pres">
      <dgm:prSet presAssocID="{EB42A62A-EE25-45DF-8E0E-DDF5B9392F0F}" presName="circleTx" presStyleLbl="node1" presStyleIdx="18" presStyleCnt="19"/>
      <dgm:spPr/>
    </dgm:pt>
    <dgm:pt modelId="{39CA9574-9613-450F-BA37-D4EF7003242B}" type="pres">
      <dgm:prSet presAssocID="{EB42A62A-EE25-45DF-8E0E-DDF5B9392F0F}" presName="spN" presStyleCnt="0"/>
      <dgm:spPr/>
    </dgm:pt>
  </dgm:ptLst>
  <dgm:cxnLst>
    <dgm:cxn modelId="{3504D41B-BD68-4D82-B8C5-61D96CA7619B}" type="presOf" srcId="{6E1C5961-038A-4FAF-8659-FC537A61AC3B}" destId="{3FAC1EAA-B0AF-4EAB-900E-DA56C8EAEB27}" srcOrd="0" destOrd="0" presId="urn:microsoft.com/office/officeart/2009/3/layout/RandomtoResultProcess"/>
    <dgm:cxn modelId="{E8D3D21E-BBCE-47E2-8B5A-CFEFC6964B86}" type="presOf" srcId="{B6A46240-1A52-48B3-BA11-A6619DA8718F}" destId="{79E527D7-8158-45B1-98F4-5F487D976E9A}" srcOrd="0" destOrd="0" presId="urn:microsoft.com/office/officeart/2009/3/layout/RandomtoResultProcess"/>
    <dgm:cxn modelId="{E3A86D74-6D13-4E2C-B44C-3861937D12D9}" srcId="{6E1C5961-038A-4FAF-8659-FC537A61AC3B}" destId="{BEC3FD0A-02FD-4E3F-ADAA-DB3B7E19C750}" srcOrd="0" destOrd="0" parTransId="{F090F876-9913-441C-9B74-D836A3ECA09B}" sibTransId="{ABF83D36-C199-414E-8B6E-3FBE4F57156F}"/>
    <dgm:cxn modelId="{F700DE80-55B6-48F2-992B-D9BB2F78AB39}" type="presOf" srcId="{BEC3FD0A-02FD-4E3F-ADAA-DB3B7E19C750}" destId="{51513CD7-22F7-4CF9-965C-60D4A1B58800}" srcOrd="0" destOrd="0" presId="urn:microsoft.com/office/officeart/2009/3/layout/RandomtoResultProcess"/>
    <dgm:cxn modelId="{2011BAA7-3DCC-4172-A3F7-C35313BB1A09}" type="presOf" srcId="{F22DD5E2-8227-404F-B943-1DFEE8FA63B7}" destId="{689470D6-A143-44F5-9A96-70C0F99C3B48}" srcOrd="0" destOrd="0" presId="urn:microsoft.com/office/officeart/2009/3/layout/RandomtoResultProcess"/>
    <dgm:cxn modelId="{26B8FBB0-550C-426D-8C6F-C04F7DC9B221}" srcId="{6E1C5961-038A-4FAF-8659-FC537A61AC3B}" destId="{B6A46240-1A52-48B3-BA11-A6619DA8718F}" srcOrd="2" destOrd="0" parTransId="{F99B5B67-8FF5-464F-A328-999BCFB36E3B}" sibTransId="{1C79AC7B-DEEE-407A-93E6-93548372EB80}"/>
    <dgm:cxn modelId="{4FDFE5BB-A0F4-4CB0-868B-429A944D42D6}" srcId="{6E1C5961-038A-4FAF-8659-FC537A61AC3B}" destId="{F22DD5E2-8227-404F-B943-1DFEE8FA63B7}" srcOrd="1" destOrd="0" parTransId="{2F7E09D3-2D43-4EC2-AAAF-795435C47936}" sibTransId="{C12FDE32-1F79-4BAE-A3BF-DD01FE47717A}"/>
    <dgm:cxn modelId="{26CF20C1-A7DB-4374-AEC2-A26BD2574B08}" srcId="{6E1C5961-038A-4FAF-8659-FC537A61AC3B}" destId="{EB42A62A-EE25-45DF-8E0E-DDF5B9392F0F}" srcOrd="3" destOrd="0" parTransId="{0F164496-A8CA-4EDE-966B-B4D198DAEABA}" sibTransId="{72A3CB8C-9596-4038-AA92-C3C0ECB9AAAE}"/>
    <dgm:cxn modelId="{31C068DD-6F02-43CF-AF28-2770DFA76874}" type="presOf" srcId="{EB42A62A-EE25-45DF-8E0E-DDF5B9392F0F}" destId="{C2804685-BC65-490E-92EA-B2B42DFCDFF9}" srcOrd="0" destOrd="0" presId="urn:microsoft.com/office/officeart/2009/3/layout/RandomtoResultProcess"/>
    <dgm:cxn modelId="{0D1B9F35-9953-482A-AC40-BA971A5C0873}" type="presParOf" srcId="{3FAC1EAA-B0AF-4EAB-900E-DA56C8EAEB27}" destId="{EDD33CBB-9DB0-4C22-94B2-0EE310E4E53C}" srcOrd="0" destOrd="0" presId="urn:microsoft.com/office/officeart/2009/3/layout/RandomtoResultProcess"/>
    <dgm:cxn modelId="{66263302-CFBB-4EE3-816A-E6DD0267D94C}" type="presParOf" srcId="{EDD33CBB-9DB0-4C22-94B2-0EE310E4E53C}" destId="{51513CD7-22F7-4CF9-965C-60D4A1B58800}" srcOrd="0" destOrd="0" presId="urn:microsoft.com/office/officeart/2009/3/layout/RandomtoResultProcess"/>
    <dgm:cxn modelId="{6A3BFB63-03ED-417D-B0E0-FAB2A99F5FFF}" type="presParOf" srcId="{EDD33CBB-9DB0-4C22-94B2-0EE310E4E53C}" destId="{1D388E16-A1A2-4A23-9617-0677CCC8FFF9}" srcOrd="1" destOrd="0" presId="urn:microsoft.com/office/officeart/2009/3/layout/RandomtoResultProcess"/>
    <dgm:cxn modelId="{E77E2845-C375-4DF6-8E8A-3D9CD3FEE379}" type="presParOf" srcId="{EDD33CBB-9DB0-4C22-94B2-0EE310E4E53C}" destId="{C5A14EFE-4EF3-4E56-9ED9-A37B7A43F06C}" srcOrd="2" destOrd="0" presId="urn:microsoft.com/office/officeart/2009/3/layout/RandomtoResultProcess"/>
    <dgm:cxn modelId="{8B6D5B4A-9C66-4EB2-A36E-6027A541230A}" type="presParOf" srcId="{EDD33CBB-9DB0-4C22-94B2-0EE310E4E53C}" destId="{7E3AF0E9-4DAF-4578-95C5-0BA684FC1EBB}" srcOrd="3" destOrd="0" presId="urn:microsoft.com/office/officeart/2009/3/layout/RandomtoResultProcess"/>
    <dgm:cxn modelId="{A03E46BA-4438-4378-B313-917EBD5B18C2}" type="presParOf" srcId="{EDD33CBB-9DB0-4C22-94B2-0EE310E4E53C}" destId="{2CCC9206-44C7-4432-A30C-4EF23B8FDA91}" srcOrd="4" destOrd="0" presId="urn:microsoft.com/office/officeart/2009/3/layout/RandomtoResultProcess"/>
    <dgm:cxn modelId="{0600E853-406A-4B66-9EF6-550EF8006133}" type="presParOf" srcId="{EDD33CBB-9DB0-4C22-94B2-0EE310E4E53C}" destId="{37C4329A-7957-4ED7-A126-3F22D179A58E}" srcOrd="5" destOrd="0" presId="urn:microsoft.com/office/officeart/2009/3/layout/RandomtoResultProcess"/>
    <dgm:cxn modelId="{FCD53A55-66B5-4CD0-8D46-E12E057AC4EE}" type="presParOf" srcId="{EDD33CBB-9DB0-4C22-94B2-0EE310E4E53C}" destId="{361121FD-C9CF-4542-BE22-D53B3A1DBB83}" srcOrd="6" destOrd="0" presId="urn:microsoft.com/office/officeart/2009/3/layout/RandomtoResultProcess"/>
    <dgm:cxn modelId="{96416DAF-A7ED-4D82-ADCE-E21D0E3E1691}" type="presParOf" srcId="{EDD33CBB-9DB0-4C22-94B2-0EE310E4E53C}" destId="{9FEBD24B-5D65-465D-962A-A541B7350382}" srcOrd="7" destOrd="0" presId="urn:microsoft.com/office/officeart/2009/3/layout/RandomtoResultProcess"/>
    <dgm:cxn modelId="{39E60AF8-13B0-4F89-AAC7-6272FD0DACAC}" type="presParOf" srcId="{EDD33CBB-9DB0-4C22-94B2-0EE310E4E53C}" destId="{313471AB-81D5-443D-AF02-E9C0209A5A4E}" srcOrd="8" destOrd="0" presId="urn:microsoft.com/office/officeart/2009/3/layout/RandomtoResultProcess"/>
    <dgm:cxn modelId="{4BCF7ABF-2B41-466D-A426-466A40175D35}" type="presParOf" srcId="{EDD33CBB-9DB0-4C22-94B2-0EE310E4E53C}" destId="{96DF0356-34C3-4F3C-AD27-C5135FF9636B}" srcOrd="9" destOrd="0" presId="urn:microsoft.com/office/officeart/2009/3/layout/RandomtoResultProcess"/>
    <dgm:cxn modelId="{FAA169BF-B97D-4F78-808B-2233BD245582}" type="presParOf" srcId="{EDD33CBB-9DB0-4C22-94B2-0EE310E4E53C}" destId="{B4C9D928-E046-4E8B-B076-50EB32CB0AD4}" srcOrd="10" destOrd="0" presId="urn:microsoft.com/office/officeart/2009/3/layout/RandomtoResultProcess"/>
    <dgm:cxn modelId="{6252430B-D71D-47EE-80E2-76932F5C2A72}" type="presParOf" srcId="{EDD33CBB-9DB0-4C22-94B2-0EE310E4E53C}" destId="{71669772-D9B9-4E98-A9F8-9B1335E84DB9}" srcOrd="11" destOrd="0" presId="urn:microsoft.com/office/officeart/2009/3/layout/RandomtoResultProcess"/>
    <dgm:cxn modelId="{BEEF9FFF-E5DC-405A-9875-B066E0FF2859}" type="presParOf" srcId="{EDD33CBB-9DB0-4C22-94B2-0EE310E4E53C}" destId="{8F5DEDAA-9355-4AB9-8E52-B3133FE887FA}" srcOrd="12" destOrd="0" presId="urn:microsoft.com/office/officeart/2009/3/layout/RandomtoResultProcess"/>
    <dgm:cxn modelId="{DB069844-69D3-41B8-BBFA-0C2350C30A35}" type="presParOf" srcId="{EDD33CBB-9DB0-4C22-94B2-0EE310E4E53C}" destId="{759C6907-CC75-4566-BFE6-941297DE86AB}" srcOrd="13" destOrd="0" presId="urn:microsoft.com/office/officeart/2009/3/layout/RandomtoResultProcess"/>
    <dgm:cxn modelId="{3D260727-4622-4726-9584-3EBAFF7FFF0D}" type="presParOf" srcId="{EDD33CBB-9DB0-4C22-94B2-0EE310E4E53C}" destId="{CD5DF60C-1207-4782-A640-10BF4F417096}" srcOrd="14" destOrd="0" presId="urn:microsoft.com/office/officeart/2009/3/layout/RandomtoResultProcess"/>
    <dgm:cxn modelId="{BC4943D6-F984-4C61-B41E-AABA96213998}" type="presParOf" srcId="{EDD33CBB-9DB0-4C22-94B2-0EE310E4E53C}" destId="{34D4762E-557A-451C-9F4B-DC813928CB9B}" srcOrd="15" destOrd="0" presId="urn:microsoft.com/office/officeart/2009/3/layout/RandomtoResultProcess"/>
    <dgm:cxn modelId="{EC355DB9-CDEF-48B3-8714-491EB381EDF2}" type="presParOf" srcId="{EDD33CBB-9DB0-4C22-94B2-0EE310E4E53C}" destId="{46990A08-AF90-406B-8E82-D5E676117772}" srcOrd="16" destOrd="0" presId="urn:microsoft.com/office/officeart/2009/3/layout/RandomtoResultProcess"/>
    <dgm:cxn modelId="{86582C93-57A7-4732-8102-621CDFEF35B2}" type="presParOf" srcId="{EDD33CBB-9DB0-4C22-94B2-0EE310E4E53C}" destId="{B334E008-C364-4A5B-A205-0E0F269A3CD4}" srcOrd="17" destOrd="0" presId="urn:microsoft.com/office/officeart/2009/3/layout/RandomtoResultProcess"/>
    <dgm:cxn modelId="{57143374-4F18-465E-8760-709D5F421892}" type="presParOf" srcId="{EDD33CBB-9DB0-4C22-94B2-0EE310E4E53C}" destId="{4169B6C2-8719-4C0B-8248-36AA8E50AB2C}" srcOrd="18" destOrd="0" presId="urn:microsoft.com/office/officeart/2009/3/layout/RandomtoResultProcess"/>
    <dgm:cxn modelId="{41374998-5A77-4712-AAC8-5899AA16BD43}" type="presParOf" srcId="{3FAC1EAA-B0AF-4EAB-900E-DA56C8EAEB27}" destId="{1A3487DB-797B-45A7-93FB-46E055E3A27A}" srcOrd="1" destOrd="0" presId="urn:microsoft.com/office/officeart/2009/3/layout/RandomtoResultProcess"/>
    <dgm:cxn modelId="{DAA51A7B-77DF-4C61-B61F-8F4756D17BDD}" type="presParOf" srcId="{1A3487DB-797B-45A7-93FB-46E055E3A27A}" destId="{F4EB48F4-62E4-45F7-8F1F-2BCED9323A1A}" srcOrd="0" destOrd="0" presId="urn:microsoft.com/office/officeart/2009/3/layout/RandomtoResultProcess"/>
    <dgm:cxn modelId="{C676B865-19BE-4580-B03B-4018932C0969}" type="presParOf" srcId="{1A3487DB-797B-45A7-93FB-46E055E3A27A}" destId="{F40CBB3D-9271-4FFA-8876-2B7FBB3C6223}" srcOrd="1" destOrd="0" presId="urn:microsoft.com/office/officeart/2009/3/layout/RandomtoResultProcess"/>
    <dgm:cxn modelId="{4E5110B3-040D-40E6-BC1D-F4A226FA17F2}" type="presParOf" srcId="{3FAC1EAA-B0AF-4EAB-900E-DA56C8EAEB27}" destId="{980DC7CD-3731-435F-A91E-EBE73FC2698C}" srcOrd="2" destOrd="0" presId="urn:microsoft.com/office/officeart/2009/3/layout/RandomtoResultProcess"/>
    <dgm:cxn modelId="{99D9570C-6541-49AE-9116-B69C9A1AB65E}" type="presParOf" srcId="{980DC7CD-3731-435F-A91E-EBE73FC2698C}" destId="{689470D6-A143-44F5-9A96-70C0F99C3B48}" srcOrd="0" destOrd="0" presId="urn:microsoft.com/office/officeart/2009/3/layout/RandomtoResultProcess"/>
    <dgm:cxn modelId="{2FC6F4F4-EDDB-412A-BB99-3BA82D348AB1}" type="presParOf" srcId="{980DC7CD-3731-435F-A91E-EBE73FC2698C}" destId="{A0BC4181-050D-48AA-A6AF-42380AF1F556}" srcOrd="1" destOrd="0" presId="urn:microsoft.com/office/officeart/2009/3/layout/RandomtoResultProcess"/>
    <dgm:cxn modelId="{E0B9613F-409B-41B6-A05E-4ED68C30B4E5}" type="presParOf" srcId="{3FAC1EAA-B0AF-4EAB-900E-DA56C8EAEB27}" destId="{515DD9D4-3863-4747-914B-8BA638A6731A}" srcOrd="3" destOrd="0" presId="urn:microsoft.com/office/officeart/2009/3/layout/RandomtoResultProcess"/>
    <dgm:cxn modelId="{CDA59926-1DC9-4DB6-98D5-F008D988FAB3}" type="presParOf" srcId="{515DD9D4-3863-4747-914B-8BA638A6731A}" destId="{05A7D9D2-AD67-4B01-AEEC-E44C331B4974}" srcOrd="0" destOrd="0" presId="urn:microsoft.com/office/officeart/2009/3/layout/RandomtoResultProcess"/>
    <dgm:cxn modelId="{69413E55-BE51-4F40-8F1F-9CAED3BBA6D2}" type="presParOf" srcId="{515DD9D4-3863-4747-914B-8BA638A6731A}" destId="{49F93F91-9CD7-410E-8F3E-94CC4F82F7B1}" srcOrd="1" destOrd="0" presId="urn:microsoft.com/office/officeart/2009/3/layout/RandomtoResultProcess"/>
    <dgm:cxn modelId="{F7AF4C97-5E98-426C-A627-565A35C44F7F}" type="presParOf" srcId="{3FAC1EAA-B0AF-4EAB-900E-DA56C8EAEB27}" destId="{6605F34E-9319-4D68-8417-7886747A91A6}" srcOrd="4" destOrd="0" presId="urn:microsoft.com/office/officeart/2009/3/layout/RandomtoResultProcess"/>
    <dgm:cxn modelId="{E1B2FFB1-F3EA-4E21-9F3A-A04D033B6502}" type="presParOf" srcId="{6605F34E-9319-4D68-8417-7886747A91A6}" destId="{79E527D7-8158-45B1-98F4-5F487D976E9A}" srcOrd="0" destOrd="0" presId="urn:microsoft.com/office/officeart/2009/3/layout/RandomtoResultProcess"/>
    <dgm:cxn modelId="{F88CB74D-7B5F-4E1D-91B7-A43BCBBAB117}" type="presParOf" srcId="{6605F34E-9319-4D68-8417-7886747A91A6}" destId="{2386AF2B-382E-41B9-8938-52080330E893}" srcOrd="1" destOrd="0" presId="urn:microsoft.com/office/officeart/2009/3/layout/RandomtoResultProcess"/>
    <dgm:cxn modelId="{CC38089B-2E44-4926-8D2D-6ECB636A8962}" type="presParOf" srcId="{3FAC1EAA-B0AF-4EAB-900E-DA56C8EAEB27}" destId="{67D17C85-ECD6-47EF-836A-E77B19C93824}" srcOrd="5" destOrd="0" presId="urn:microsoft.com/office/officeart/2009/3/layout/RandomtoResultProcess"/>
    <dgm:cxn modelId="{EBC49C78-9E62-4C14-B680-CBA7F1B7AD27}" type="presParOf" srcId="{67D17C85-ECD6-47EF-836A-E77B19C93824}" destId="{175BD62B-851C-4003-A60D-3667B7B0FE7B}" srcOrd="0" destOrd="0" presId="urn:microsoft.com/office/officeart/2009/3/layout/RandomtoResultProcess"/>
    <dgm:cxn modelId="{B5EA1730-0DA6-47B0-AB19-954DF640EF4F}" type="presParOf" srcId="{67D17C85-ECD6-47EF-836A-E77B19C93824}" destId="{EAC174B7-979E-4DEF-B3F4-C97ABB3A7FCA}" srcOrd="1" destOrd="0" presId="urn:microsoft.com/office/officeart/2009/3/layout/RandomtoResultProcess"/>
    <dgm:cxn modelId="{D9BF923A-3E9D-432D-B83C-550246EE2AB9}" type="presParOf" srcId="{3FAC1EAA-B0AF-4EAB-900E-DA56C8EAEB27}" destId="{796B189E-DEA7-496E-A2E5-85B8D018D4FE}" srcOrd="6" destOrd="0" presId="urn:microsoft.com/office/officeart/2009/3/layout/RandomtoResultProcess"/>
    <dgm:cxn modelId="{1C1AF746-39CA-414D-ACEE-185A95588B26}" type="presParOf" srcId="{796B189E-DEA7-496E-A2E5-85B8D018D4FE}" destId="{C2804685-BC65-490E-92EA-B2B42DFCDFF9}" srcOrd="0" destOrd="0" presId="urn:microsoft.com/office/officeart/2009/3/layout/RandomtoResultProcess"/>
    <dgm:cxn modelId="{43DE6130-E230-42AE-8DA6-1DBC25E0D176}" type="presParOf" srcId="{796B189E-DEA7-496E-A2E5-85B8D018D4FE}" destId="{39CA9574-9613-450F-BA37-D4EF7003242B}" srcOrd="1" destOrd="0" presId="urn:microsoft.com/office/officeart/2009/3/layout/RandomtoResultProcess"/>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13CD7-22F7-4CF9-965C-60D4A1B58800}">
      <dsp:nvSpPr>
        <dsp:cNvPr id="0" name=""/>
        <dsp:cNvSpPr/>
      </dsp:nvSpPr>
      <dsp:spPr>
        <a:xfrm>
          <a:off x="267980" y="6177731"/>
          <a:ext cx="3916640" cy="1290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r>
            <a:rPr lang="en-US" sz="4100" kern="1200" dirty="0"/>
            <a:t>Camera calibration</a:t>
          </a:r>
          <a:endParaRPr lang="en-IN" sz="4100" kern="1200" dirty="0"/>
        </a:p>
      </dsp:txBody>
      <dsp:txXfrm>
        <a:off x="267980" y="6177731"/>
        <a:ext cx="3916640" cy="1290711"/>
      </dsp:txXfrm>
    </dsp:sp>
    <dsp:sp modelId="{1D388E16-A1A2-4A23-9617-0677CCC8FFF9}">
      <dsp:nvSpPr>
        <dsp:cNvPr id="0" name=""/>
        <dsp:cNvSpPr/>
      </dsp:nvSpPr>
      <dsp:spPr>
        <a:xfrm>
          <a:off x="263529" y="5785177"/>
          <a:ext cx="311550" cy="311550"/>
        </a:xfrm>
        <a:prstGeom prst="ellipse">
          <a:avLst/>
        </a:prstGeom>
        <a:gradFill rotWithShape="0">
          <a:gsLst>
            <a:gs pos="0">
              <a:schemeClr val="accent1">
                <a:shade val="50000"/>
                <a:hueOff val="0"/>
                <a:satOff val="0"/>
                <a:lumOff val="0"/>
                <a:alphaOff val="0"/>
                <a:shade val="51000"/>
                <a:satMod val="130000"/>
              </a:schemeClr>
            </a:gs>
            <a:gs pos="80000">
              <a:schemeClr val="accent1">
                <a:shade val="50000"/>
                <a:hueOff val="0"/>
                <a:satOff val="0"/>
                <a:lumOff val="0"/>
                <a:alphaOff val="0"/>
                <a:shade val="93000"/>
                <a:satMod val="130000"/>
              </a:schemeClr>
            </a:gs>
            <a:gs pos="100000">
              <a:schemeClr val="accent1">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C5A14EFE-4EF3-4E56-9ED9-A37B7A43F06C}">
      <dsp:nvSpPr>
        <dsp:cNvPr id="0" name=""/>
        <dsp:cNvSpPr/>
      </dsp:nvSpPr>
      <dsp:spPr>
        <a:xfrm>
          <a:off x="481615" y="5349005"/>
          <a:ext cx="311550" cy="311550"/>
        </a:xfrm>
        <a:prstGeom prst="ellipse">
          <a:avLst/>
        </a:prstGeom>
        <a:gradFill rotWithShape="0">
          <a:gsLst>
            <a:gs pos="0">
              <a:schemeClr val="accent1">
                <a:shade val="50000"/>
                <a:hueOff val="38046"/>
                <a:satOff val="-796"/>
                <a:lumOff val="4428"/>
                <a:alphaOff val="0"/>
                <a:shade val="51000"/>
                <a:satMod val="130000"/>
              </a:schemeClr>
            </a:gs>
            <a:gs pos="80000">
              <a:schemeClr val="accent1">
                <a:shade val="50000"/>
                <a:hueOff val="38046"/>
                <a:satOff val="-796"/>
                <a:lumOff val="4428"/>
                <a:alphaOff val="0"/>
                <a:shade val="93000"/>
                <a:satMod val="130000"/>
              </a:schemeClr>
            </a:gs>
            <a:gs pos="100000">
              <a:schemeClr val="accent1">
                <a:shade val="50000"/>
                <a:hueOff val="38046"/>
                <a:satOff val="-796"/>
                <a:lumOff val="44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E3AF0E9-4DAF-4578-95C5-0BA684FC1EBB}">
      <dsp:nvSpPr>
        <dsp:cNvPr id="0" name=""/>
        <dsp:cNvSpPr/>
      </dsp:nvSpPr>
      <dsp:spPr>
        <a:xfrm>
          <a:off x="1005020" y="5436240"/>
          <a:ext cx="489580" cy="489580"/>
        </a:xfrm>
        <a:prstGeom prst="ellipse">
          <a:avLst/>
        </a:prstGeom>
        <a:gradFill rotWithShape="0">
          <a:gsLst>
            <a:gs pos="0">
              <a:schemeClr val="accent1">
                <a:shade val="50000"/>
                <a:hueOff val="76092"/>
                <a:satOff val="-1592"/>
                <a:lumOff val="8855"/>
                <a:alphaOff val="0"/>
                <a:shade val="51000"/>
                <a:satMod val="130000"/>
              </a:schemeClr>
            </a:gs>
            <a:gs pos="80000">
              <a:schemeClr val="accent1">
                <a:shade val="50000"/>
                <a:hueOff val="76092"/>
                <a:satOff val="-1592"/>
                <a:lumOff val="8855"/>
                <a:alphaOff val="0"/>
                <a:shade val="93000"/>
                <a:satMod val="130000"/>
              </a:schemeClr>
            </a:gs>
            <a:gs pos="100000">
              <a:schemeClr val="accent1">
                <a:shade val="50000"/>
                <a:hueOff val="76092"/>
                <a:satOff val="-1592"/>
                <a:lumOff val="885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2CCC9206-44C7-4432-A30C-4EF23B8FDA91}">
      <dsp:nvSpPr>
        <dsp:cNvPr id="0" name=""/>
        <dsp:cNvSpPr/>
      </dsp:nvSpPr>
      <dsp:spPr>
        <a:xfrm>
          <a:off x="1441192" y="4956451"/>
          <a:ext cx="311550" cy="311550"/>
        </a:xfrm>
        <a:prstGeom prst="ellipse">
          <a:avLst/>
        </a:prstGeom>
        <a:gradFill rotWithShape="0">
          <a:gsLst>
            <a:gs pos="0">
              <a:schemeClr val="accent1">
                <a:shade val="50000"/>
                <a:hueOff val="114138"/>
                <a:satOff val="-2387"/>
                <a:lumOff val="13283"/>
                <a:alphaOff val="0"/>
                <a:shade val="51000"/>
                <a:satMod val="130000"/>
              </a:schemeClr>
            </a:gs>
            <a:gs pos="80000">
              <a:schemeClr val="accent1">
                <a:shade val="50000"/>
                <a:hueOff val="114138"/>
                <a:satOff val="-2387"/>
                <a:lumOff val="13283"/>
                <a:alphaOff val="0"/>
                <a:shade val="93000"/>
                <a:satMod val="130000"/>
              </a:schemeClr>
            </a:gs>
            <a:gs pos="100000">
              <a:schemeClr val="accent1">
                <a:shade val="50000"/>
                <a:hueOff val="114138"/>
                <a:satOff val="-2387"/>
                <a:lumOff val="1328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37C4329A-7957-4ED7-A126-3F22D179A58E}">
      <dsp:nvSpPr>
        <dsp:cNvPr id="0" name=""/>
        <dsp:cNvSpPr/>
      </dsp:nvSpPr>
      <dsp:spPr>
        <a:xfrm>
          <a:off x="2008214" y="4781983"/>
          <a:ext cx="311550" cy="311550"/>
        </a:xfrm>
        <a:prstGeom prst="ellipse">
          <a:avLst/>
        </a:prstGeom>
        <a:gradFill rotWithShape="0">
          <a:gsLst>
            <a:gs pos="0">
              <a:schemeClr val="accent1">
                <a:shade val="50000"/>
                <a:hueOff val="152184"/>
                <a:satOff val="-3183"/>
                <a:lumOff val="17711"/>
                <a:alphaOff val="0"/>
                <a:shade val="51000"/>
                <a:satMod val="130000"/>
              </a:schemeClr>
            </a:gs>
            <a:gs pos="80000">
              <a:schemeClr val="accent1">
                <a:shade val="50000"/>
                <a:hueOff val="152184"/>
                <a:satOff val="-3183"/>
                <a:lumOff val="17711"/>
                <a:alphaOff val="0"/>
                <a:shade val="93000"/>
                <a:satMod val="130000"/>
              </a:schemeClr>
            </a:gs>
            <a:gs pos="100000">
              <a:schemeClr val="accent1">
                <a:shade val="50000"/>
                <a:hueOff val="152184"/>
                <a:satOff val="-3183"/>
                <a:lumOff val="1771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361121FD-C9CF-4542-BE22-D53B3A1DBB83}">
      <dsp:nvSpPr>
        <dsp:cNvPr id="0" name=""/>
        <dsp:cNvSpPr/>
      </dsp:nvSpPr>
      <dsp:spPr>
        <a:xfrm>
          <a:off x="2706088" y="5087303"/>
          <a:ext cx="311550" cy="311550"/>
        </a:xfrm>
        <a:prstGeom prst="ellipse">
          <a:avLst/>
        </a:prstGeom>
        <a:gradFill rotWithShape="0">
          <a:gsLst>
            <a:gs pos="0">
              <a:schemeClr val="accent1">
                <a:shade val="50000"/>
                <a:hueOff val="190230"/>
                <a:satOff val="-3979"/>
                <a:lumOff val="22138"/>
                <a:alphaOff val="0"/>
                <a:shade val="51000"/>
                <a:satMod val="130000"/>
              </a:schemeClr>
            </a:gs>
            <a:gs pos="80000">
              <a:schemeClr val="accent1">
                <a:shade val="50000"/>
                <a:hueOff val="190230"/>
                <a:satOff val="-3979"/>
                <a:lumOff val="22138"/>
                <a:alphaOff val="0"/>
                <a:shade val="93000"/>
                <a:satMod val="130000"/>
              </a:schemeClr>
            </a:gs>
            <a:gs pos="100000">
              <a:schemeClr val="accent1">
                <a:shade val="50000"/>
                <a:hueOff val="190230"/>
                <a:satOff val="-3979"/>
                <a:lumOff val="2213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FEBD24B-5D65-465D-962A-A541B7350382}">
      <dsp:nvSpPr>
        <dsp:cNvPr id="0" name=""/>
        <dsp:cNvSpPr/>
      </dsp:nvSpPr>
      <dsp:spPr>
        <a:xfrm>
          <a:off x="3142260" y="5305388"/>
          <a:ext cx="489580" cy="489580"/>
        </a:xfrm>
        <a:prstGeom prst="ellipse">
          <a:avLst/>
        </a:prstGeom>
        <a:gradFill rotWithShape="0">
          <a:gsLst>
            <a:gs pos="0">
              <a:schemeClr val="accent1">
                <a:shade val="50000"/>
                <a:hueOff val="228276"/>
                <a:satOff val="-4775"/>
                <a:lumOff val="26566"/>
                <a:alphaOff val="0"/>
                <a:shade val="51000"/>
                <a:satMod val="130000"/>
              </a:schemeClr>
            </a:gs>
            <a:gs pos="80000">
              <a:schemeClr val="accent1">
                <a:shade val="50000"/>
                <a:hueOff val="228276"/>
                <a:satOff val="-4775"/>
                <a:lumOff val="26566"/>
                <a:alphaOff val="0"/>
                <a:shade val="93000"/>
                <a:satMod val="130000"/>
              </a:schemeClr>
            </a:gs>
            <a:gs pos="100000">
              <a:schemeClr val="accent1">
                <a:shade val="50000"/>
                <a:hueOff val="228276"/>
                <a:satOff val="-4775"/>
                <a:lumOff val="2656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313471AB-81D5-443D-AF02-E9C0209A5A4E}">
      <dsp:nvSpPr>
        <dsp:cNvPr id="0" name=""/>
        <dsp:cNvSpPr/>
      </dsp:nvSpPr>
      <dsp:spPr>
        <a:xfrm>
          <a:off x="3752900" y="5785177"/>
          <a:ext cx="311550" cy="311550"/>
        </a:xfrm>
        <a:prstGeom prst="ellipse">
          <a:avLst/>
        </a:prstGeom>
        <a:gradFill rotWithShape="0">
          <a:gsLst>
            <a:gs pos="0">
              <a:schemeClr val="accent1">
                <a:shade val="50000"/>
                <a:hueOff val="266322"/>
                <a:satOff val="-5571"/>
                <a:lumOff val="30994"/>
                <a:alphaOff val="0"/>
                <a:shade val="51000"/>
                <a:satMod val="130000"/>
              </a:schemeClr>
            </a:gs>
            <a:gs pos="80000">
              <a:schemeClr val="accent1">
                <a:shade val="50000"/>
                <a:hueOff val="266322"/>
                <a:satOff val="-5571"/>
                <a:lumOff val="30994"/>
                <a:alphaOff val="0"/>
                <a:shade val="93000"/>
                <a:satMod val="130000"/>
              </a:schemeClr>
            </a:gs>
            <a:gs pos="100000">
              <a:schemeClr val="accent1">
                <a:shade val="50000"/>
                <a:hueOff val="266322"/>
                <a:satOff val="-5571"/>
                <a:lumOff val="309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6DF0356-34C3-4F3C-AD27-C5135FF9636B}">
      <dsp:nvSpPr>
        <dsp:cNvPr id="0" name=""/>
        <dsp:cNvSpPr/>
      </dsp:nvSpPr>
      <dsp:spPr>
        <a:xfrm>
          <a:off x="4014602" y="6264965"/>
          <a:ext cx="311550" cy="311550"/>
        </a:xfrm>
        <a:prstGeom prst="ellipse">
          <a:avLst/>
        </a:prstGeom>
        <a:gradFill rotWithShape="0">
          <a:gsLst>
            <a:gs pos="0">
              <a:schemeClr val="accent1">
                <a:shade val="50000"/>
                <a:hueOff val="304368"/>
                <a:satOff val="-6366"/>
                <a:lumOff val="35421"/>
                <a:alphaOff val="0"/>
                <a:shade val="51000"/>
                <a:satMod val="130000"/>
              </a:schemeClr>
            </a:gs>
            <a:gs pos="80000">
              <a:schemeClr val="accent1">
                <a:shade val="50000"/>
                <a:hueOff val="304368"/>
                <a:satOff val="-6366"/>
                <a:lumOff val="35421"/>
                <a:alphaOff val="0"/>
                <a:shade val="93000"/>
                <a:satMod val="130000"/>
              </a:schemeClr>
            </a:gs>
            <a:gs pos="100000">
              <a:schemeClr val="accent1">
                <a:shade val="50000"/>
                <a:hueOff val="304368"/>
                <a:satOff val="-6366"/>
                <a:lumOff val="3542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4C9D928-E046-4E8B-B076-50EB32CB0AD4}">
      <dsp:nvSpPr>
        <dsp:cNvPr id="0" name=""/>
        <dsp:cNvSpPr/>
      </dsp:nvSpPr>
      <dsp:spPr>
        <a:xfrm>
          <a:off x="1746511" y="5349005"/>
          <a:ext cx="801131" cy="801131"/>
        </a:xfrm>
        <a:prstGeom prst="ellipse">
          <a:avLst/>
        </a:prstGeom>
        <a:gradFill rotWithShape="0">
          <a:gsLst>
            <a:gs pos="0">
              <a:schemeClr val="accent1">
                <a:shade val="50000"/>
                <a:hueOff val="342413"/>
                <a:satOff val="-7162"/>
                <a:lumOff val="39849"/>
                <a:alphaOff val="0"/>
                <a:shade val="51000"/>
                <a:satMod val="130000"/>
              </a:schemeClr>
            </a:gs>
            <a:gs pos="80000">
              <a:schemeClr val="accent1">
                <a:shade val="50000"/>
                <a:hueOff val="342413"/>
                <a:satOff val="-7162"/>
                <a:lumOff val="39849"/>
                <a:alphaOff val="0"/>
                <a:shade val="93000"/>
                <a:satMod val="130000"/>
              </a:schemeClr>
            </a:gs>
            <a:gs pos="100000">
              <a:schemeClr val="accent1">
                <a:shade val="50000"/>
                <a:hueOff val="342413"/>
                <a:satOff val="-7162"/>
                <a:lumOff val="39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1669772-D9B9-4E98-A9F8-9B1335E84DB9}">
      <dsp:nvSpPr>
        <dsp:cNvPr id="0" name=""/>
        <dsp:cNvSpPr/>
      </dsp:nvSpPr>
      <dsp:spPr>
        <a:xfrm>
          <a:off x="45443" y="7006456"/>
          <a:ext cx="311550" cy="311550"/>
        </a:xfrm>
        <a:prstGeom prst="ellipse">
          <a:avLst/>
        </a:prstGeom>
        <a:gradFill rotWithShape="0">
          <a:gsLst>
            <a:gs pos="0">
              <a:schemeClr val="accent1">
                <a:shade val="50000"/>
                <a:hueOff val="342413"/>
                <a:satOff val="-7162"/>
                <a:lumOff val="39849"/>
                <a:alphaOff val="0"/>
                <a:shade val="51000"/>
                <a:satMod val="130000"/>
              </a:schemeClr>
            </a:gs>
            <a:gs pos="80000">
              <a:schemeClr val="accent1">
                <a:shade val="50000"/>
                <a:hueOff val="342413"/>
                <a:satOff val="-7162"/>
                <a:lumOff val="39849"/>
                <a:alphaOff val="0"/>
                <a:shade val="93000"/>
                <a:satMod val="130000"/>
              </a:schemeClr>
            </a:gs>
            <a:gs pos="100000">
              <a:schemeClr val="accent1">
                <a:shade val="50000"/>
                <a:hueOff val="342413"/>
                <a:satOff val="-7162"/>
                <a:lumOff val="39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8F5DEDAA-9355-4AB9-8E52-B3133FE887FA}">
      <dsp:nvSpPr>
        <dsp:cNvPr id="0" name=""/>
        <dsp:cNvSpPr/>
      </dsp:nvSpPr>
      <dsp:spPr>
        <a:xfrm>
          <a:off x="307146" y="7399011"/>
          <a:ext cx="489580" cy="489580"/>
        </a:xfrm>
        <a:prstGeom prst="ellipse">
          <a:avLst/>
        </a:prstGeom>
        <a:gradFill rotWithShape="0">
          <a:gsLst>
            <a:gs pos="0">
              <a:schemeClr val="accent1">
                <a:shade val="50000"/>
                <a:hueOff val="304368"/>
                <a:satOff val="-6366"/>
                <a:lumOff val="35421"/>
                <a:alphaOff val="0"/>
                <a:shade val="51000"/>
                <a:satMod val="130000"/>
              </a:schemeClr>
            </a:gs>
            <a:gs pos="80000">
              <a:schemeClr val="accent1">
                <a:shade val="50000"/>
                <a:hueOff val="304368"/>
                <a:satOff val="-6366"/>
                <a:lumOff val="35421"/>
                <a:alphaOff val="0"/>
                <a:shade val="93000"/>
                <a:satMod val="130000"/>
              </a:schemeClr>
            </a:gs>
            <a:gs pos="100000">
              <a:schemeClr val="accent1">
                <a:shade val="50000"/>
                <a:hueOff val="304368"/>
                <a:satOff val="-6366"/>
                <a:lumOff val="3542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59C6907-CC75-4566-BFE6-941297DE86AB}">
      <dsp:nvSpPr>
        <dsp:cNvPr id="0" name=""/>
        <dsp:cNvSpPr/>
      </dsp:nvSpPr>
      <dsp:spPr>
        <a:xfrm>
          <a:off x="961403" y="7747948"/>
          <a:ext cx="712116" cy="712116"/>
        </a:xfrm>
        <a:prstGeom prst="ellipse">
          <a:avLst/>
        </a:prstGeom>
        <a:gradFill rotWithShape="0">
          <a:gsLst>
            <a:gs pos="0">
              <a:schemeClr val="accent1">
                <a:shade val="50000"/>
                <a:hueOff val="266322"/>
                <a:satOff val="-5571"/>
                <a:lumOff val="30994"/>
                <a:alphaOff val="0"/>
                <a:shade val="51000"/>
                <a:satMod val="130000"/>
              </a:schemeClr>
            </a:gs>
            <a:gs pos="80000">
              <a:schemeClr val="accent1">
                <a:shade val="50000"/>
                <a:hueOff val="266322"/>
                <a:satOff val="-5571"/>
                <a:lumOff val="30994"/>
                <a:alphaOff val="0"/>
                <a:shade val="93000"/>
                <a:satMod val="130000"/>
              </a:schemeClr>
            </a:gs>
            <a:gs pos="100000">
              <a:schemeClr val="accent1">
                <a:shade val="50000"/>
                <a:hueOff val="266322"/>
                <a:satOff val="-5571"/>
                <a:lumOff val="309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CD5DF60C-1207-4782-A640-10BF4F417096}">
      <dsp:nvSpPr>
        <dsp:cNvPr id="0" name=""/>
        <dsp:cNvSpPr/>
      </dsp:nvSpPr>
      <dsp:spPr>
        <a:xfrm>
          <a:off x="1877363" y="8314970"/>
          <a:ext cx="311550" cy="311550"/>
        </a:xfrm>
        <a:prstGeom prst="ellipse">
          <a:avLst/>
        </a:prstGeom>
        <a:gradFill rotWithShape="0">
          <a:gsLst>
            <a:gs pos="0">
              <a:schemeClr val="accent1">
                <a:shade val="50000"/>
                <a:hueOff val="228276"/>
                <a:satOff val="-4775"/>
                <a:lumOff val="26566"/>
                <a:alphaOff val="0"/>
                <a:shade val="51000"/>
                <a:satMod val="130000"/>
              </a:schemeClr>
            </a:gs>
            <a:gs pos="80000">
              <a:schemeClr val="accent1">
                <a:shade val="50000"/>
                <a:hueOff val="228276"/>
                <a:satOff val="-4775"/>
                <a:lumOff val="26566"/>
                <a:alphaOff val="0"/>
                <a:shade val="93000"/>
                <a:satMod val="130000"/>
              </a:schemeClr>
            </a:gs>
            <a:gs pos="100000">
              <a:schemeClr val="accent1">
                <a:shade val="50000"/>
                <a:hueOff val="228276"/>
                <a:satOff val="-4775"/>
                <a:lumOff val="2656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34D4762E-557A-451C-9F4B-DC813928CB9B}">
      <dsp:nvSpPr>
        <dsp:cNvPr id="0" name=""/>
        <dsp:cNvSpPr/>
      </dsp:nvSpPr>
      <dsp:spPr>
        <a:xfrm>
          <a:off x="2051831" y="7747948"/>
          <a:ext cx="489580" cy="489580"/>
        </a:xfrm>
        <a:prstGeom prst="ellipse">
          <a:avLst/>
        </a:prstGeom>
        <a:gradFill rotWithShape="0">
          <a:gsLst>
            <a:gs pos="0">
              <a:schemeClr val="accent1">
                <a:shade val="50000"/>
                <a:hueOff val="190230"/>
                <a:satOff val="-3979"/>
                <a:lumOff val="22138"/>
                <a:alphaOff val="0"/>
                <a:shade val="51000"/>
                <a:satMod val="130000"/>
              </a:schemeClr>
            </a:gs>
            <a:gs pos="80000">
              <a:schemeClr val="accent1">
                <a:shade val="50000"/>
                <a:hueOff val="190230"/>
                <a:satOff val="-3979"/>
                <a:lumOff val="22138"/>
                <a:alphaOff val="0"/>
                <a:shade val="93000"/>
                <a:satMod val="130000"/>
              </a:schemeClr>
            </a:gs>
            <a:gs pos="100000">
              <a:schemeClr val="accent1">
                <a:shade val="50000"/>
                <a:hueOff val="190230"/>
                <a:satOff val="-3979"/>
                <a:lumOff val="2213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46990A08-AF90-406B-8E82-D5E676117772}">
      <dsp:nvSpPr>
        <dsp:cNvPr id="0" name=""/>
        <dsp:cNvSpPr/>
      </dsp:nvSpPr>
      <dsp:spPr>
        <a:xfrm>
          <a:off x="2488003" y="8358587"/>
          <a:ext cx="311550" cy="311550"/>
        </a:xfrm>
        <a:prstGeom prst="ellipse">
          <a:avLst/>
        </a:prstGeom>
        <a:gradFill rotWithShape="0">
          <a:gsLst>
            <a:gs pos="0">
              <a:schemeClr val="accent1">
                <a:shade val="50000"/>
                <a:hueOff val="152184"/>
                <a:satOff val="-3183"/>
                <a:lumOff val="17711"/>
                <a:alphaOff val="0"/>
                <a:shade val="51000"/>
                <a:satMod val="130000"/>
              </a:schemeClr>
            </a:gs>
            <a:gs pos="80000">
              <a:schemeClr val="accent1">
                <a:shade val="50000"/>
                <a:hueOff val="152184"/>
                <a:satOff val="-3183"/>
                <a:lumOff val="17711"/>
                <a:alphaOff val="0"/>
                <a:shade val="93000"/>
                <a:satMod val="130000"/>
              </a:schemeClr>
            </a:gs>
            <a:gs pos="100000">
              <a:schemeClr val="accent1">
                <a:shade val="50000"/>
                <a:hueOff val="152184"/>
                <a:satOff val="-3183"/>
                <a:lumOff val="1771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334E008-C364-4A5B-A205-0E0F269A3CD4}">
      <dsp:nvSpPr>
        <dsp:cNvPr id="0" name=""/>
        <dsp:cNvSpPr/>
      </dsp:nvSpPr>
      <dsp:spPr>
        <a:xfrm>
          <a:off x="2880557" y="7660713"/>
          <a:ext cx="712116" cy="712116"/>
        </a:xfrm>
        <a:prstGeom prst="ellipse">
          <a:avLst/>
        </a:prstGeom>
        <a:gradFill rotWithShape="0">
          <a:gsLst>
            <a:gs pos="0">
              <a:schemeClr val="accent1">
                <a:shade val="50000"/>
                <a:hueOff val="114138"/>
                <a:satOff val="-2387"/>
                <a:lumOff val="13283"/>
                <a:alphaOff val="0"/>
                <a:shade val="51000"/>
                <a:satMod val="130000"/>
              </a:schemeClr>
            </a:gs>
            <a:gs pos="80000">
              <a:schemeClr val="accent1">
                <a:shade val="50000"/>
                <a:hueOff val="114138"/>
                <a:satOff val="-2387"/>
                <a:lumOff val="13283"/>
                <a:alphaOff val="0"/>
                <a:shade val="93000"/>
                <a:satMod val="130000"/>
              </a:schemeClr>
            </a:gs>
            <a:gs pos="100000">
              <a:schemeClr val="accent1">
                <a:shade val="50000"/>
                <a:hueOff val="114138"/>
                <a:satOff val="-2387"/>
                <a:lumOff val="1328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4169B6C2-8719-4C0B-8248-36AA8E50AB2C}">
      <dsp:nvSpPr>
        <dsp:cNvPr id="0" name=""/>
        <dsp:cNvSpPr/>
      </dsp:nvSpPr>
      <dsp:spPr>
        <a:xfrm>
          <a:off x="3840134" y="7486245"/>
          <a:ext cx="489580" cy="489580"/>
        </a:xfrm>
        <a:prstGeom prst="ellipse">
          <a:avLst/>
        </a:prstGeom>
        <a:gradFill rotWithShape="0">
          <a:gsLst>
            <a:gs pos="0">
              <a:schemeClr val="accent1">
                <a:shade val="50000"/>
                <a:hueOff val="76092"/>
                <a:satOff val="-1592"/>
                <a:lumOff val="8855"/>
                <a:alphaOff val="0"/>
                <a:shade val="51000"/>
                <a:satMod val="130000"/>
              </a:schemeClr>
            </a:gs>
            <a:gs pos="80000">
              <a:schemeClr val="accent1">
                <a:shade val="50000"/>
                <a:hueOff val="76092"/>
                <a:satOff val="-1592"/>
                <a:lumOff val="8855"/>
                <a:alphaOff val="0"/>
                <a:shade val="93000"/>
                <a:satMod val="130000"/>
              </a:schemeClr>
            </a:gs>
            <a:gs pos="100000">
              <a:schemeClr val="accent1">
                <a:shade val="50000"/>
                <a:hueOff val="76092"/>
                <a:satOff val="-1592"/>
                <a:lumOff val="885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F4EB48F4-62E4-45F7-8F1F-2BCED9323A1A}">
      <dsp:nvSpPr>
        <dsp:cNvPr id="0" name=""/>
        <dsp:cNvSpPr/>
      </dsp:nvSpPr>
      <dsp:spPr>
        <a:xfrm>
          <a:off x="4329714" y="5435514"/>
          <a:ext cx="1437826" cy="2744968"/>
        </a:xfrm>
        <a:prstGeom prst="chevron">
          <a:avLst>
            <a:gd name="adj" fmla="val 62310"/>
          </a:avLst>
        </a:prstGeom>
        <a:gradFill rotWithShape="0">
          <a:gsLst>
            <a:gs pos="0">
              <a:schemeClr val="accent1">
                <a:shade val="90000"/>
                <a:hueOff val="0"/>
                <a:satOff val="0"/>
                <a:lumOff val="0"/>
                <a:alphaOff val="0"/>
                <a:shade val="51000"/>
                <a:satMod val="130000"/>
              </a:schemeClr>
            </a:gs>
            <a:gs pos="80000">
              <a:schemeClr val="accent1">
                <a:shade val="90000"/>
                <a:hueOff val="0"/>
                <a:satOff val="0"/>
                <a:lumOff val="0"/>
                <a:alphaOff val="0"/>
                <a:shade val="93000"/>
                <a:satMod val="130000"/>
              </a:schemeClr>
            </a:gs>
            <a:gs pos="100000">
              <a:schemeClr val="accent1">
                <a:shade val="9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689470D6-A143-44F5-9A96-70C0F99C3B48}">
      <dsp:nvSpPr>
        <dsp:cNvPr id="0" name=""/>
        <dsp:cNvSpPr/>
      </dsp:nvSpPr>
      <dsp:spPr>
        <a:xfrm>
          <a:off x="5767541" y="5436847"/>
          <a:ext cx="3921346" cy="2744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r>
            <a:rPr lang="en-US" sz="4100" kern="1200" dirty="0"/>
            <a:t>Distortion correction and color ,Perspective transform</a:t>
          </a:r>
          <a:endParaRPr lang="en-IN" sz="4100" kern="1200" dirty="0"/>
        </a:p>
      </dsp:txBody>
      <dsp:txXfrm>
        <a:off x="5767541" y="5436847"/>
        <a:ext cx="3921346" cy="2744942"/>
      </dsp:txXfrm>
    </dsp:sp>
    <dsp:sp modelId="{05A7D9D2-AD67-4B01-AEEC-E44C331B4974}">
      <dsp:nvSpPr>
        <dsp:cNvPr id="0" name=""/>
        <dsp:cNvSpPr/>
      </dsp:nvSpPr>
      <dsp:spPr>
        <a:xfrm>
          <a:off x="9688887" y="5435514"/>
          <a:ext cx="1437826" cy="2744968"/>
        </a:xfrm>
        <a:prstGeom prst="chevron">
          <a:avLst>
            <a:gd name="adj" fmla="val 62310"/>
          </a:avLst>
        </a:prstGeom>
        <a:gradFill rotWithShape="0">
          <a:gsLst>
            <a:gs pos="0">
              <a:schemeClr val="accent1">
                <a:shade val="90000"/>
                <a:hueOff val="250074"/>
                <a:satOff val="-4618"/>
                <a:lumOff val="21418"/>
                <a:alphaOff val="0"/>
                <a:shade val="51000"/>
                <a:satMod val="130000"/>
              </a:schemeClr>
            </a:gs>
            <a:gs pos="80000">
              <a:schemeClr val="accent1">
                <a:shade val="90000"/>
                <a:hueOff val="250074"/>
                <a:satOff val="-4618"/>
                <a:lumOff val="21418"/>
                <a:alphaOff val="0"/>
                <a:shade val="93000"/>
                <a:satMod val="130000"/>
              </a:schemeClr>
            </a:gs>
            <a:gs pos="100000">
              <a:schemeClr val="accent1">
                <a:shade val="90000"/>
                <a:hueOff val="250074"/>
                <a:satOff val="-4618"/>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9E527D7-8158-45B1-98F4-5F487D976E9A}">
      <dsp:nvSpPr>
        <dsp:cNvPr id="0" name=""/>
        <dsp:cNvSpPr/>
      </dsp:nvSpPr>
      <dsp:spPr>
        <a:xfrm>
          <a:off x="11126714" y="5436847"/>
          <a:ext cx="3921346" cy="2744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r>
            <a:rPr lang="en-US" sz="4100" kern="1200" dirty="0"/>
            <a:t>Determining curvature</a:t>
          </a:r>
          <a:endParaRPr lang="en-IN" sz="4100" kern="1200" dirty="0"/>
        </a:p>
      </dsp:txBody>
      <dsp:txXfrm>
        <a:off x="11126714" y="5436847"/>
        <a:ext cx="3921346" cy="2744942"/>
      </dsp:txXfrm>
    </dsp:sp>
    <dsp:sp modelId="{175BD62B-851C-4003-A60D-3667B7B0FE7B}">
      <dsp:nvSpPr>
        <dsp:cNvPr id="0" name=""/>
        <dsp:cNvSpPr/>
      </dsp:nvSpPr>
      <dsp:spPr>
        <a:xfrm>
          <a:off x="15048060" y="5435514"/>
          <a:ext cx="1437826" cy="2744968"/>
        </a:xfrm>
        <a:prstGeom prst="chevron">
          <a:avLst>
            <a:gd name="adj" fmla="val 62310"/>
          </a:avLst>
        </a:prstGeom>
        <a:gradFill rotWithShape="0">
          <a:gsLst>
            <a:gs pos="0">
              <a:schemeClr val="accent1">
                <a:shade val="90000"/>
                <a:hueOff val="250074"/>
                <a:satOff val="-4618"/>
                <a:lumOff val="21418"/>
                <a:alphaOff val="0"/>
                <a:shade val="51000"/>
                <a:satMod val="130000"/>
              </a:schemeClr>
            </a:gs>
            <a:gs pos="80000">
              <a:schemeClr val="accent1">
                <a:shade val="90000"/>
                <a:hueOff val="250074"/>
                <a:satOff val="-4618"/>
                <a:lumOff val="21418"/>
                <a:alphaOff val="0"/>
                <a:shade val="93000"/>
                <a:satMod val="130000"/>
              </a:schemeClr>
            </a:gs>
            <a:gs pos="100000">
              <a:schemeClr val="accent1">
                <a:shade val="90000"/>
                <a:hueOff val="250074"/>
                <a:satOff val="-4618"/>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C2804685-BC65-490E-92EA-B2B42DFCDFF9}">
      <dsp:nvSpPr>
        <dsp:cNvPr id="0" name=""/>
        <dsp:cNvSpPr/>
      </dsp:nvSpPr>
      <dsp:spPr>
        <a:xfrm>
          <a:off x="16642741" y="5208664"/>
          <a:ext cx="3333144" cy="3333144"/>
        </a:xfrm>
        <a:prstGeom prst="ellipse">
          <a:avLst/>
        </a:prstGeom>
        <a:gradFill rotWithShape="0">
          <a:gsLst>
            <a:gs pos="0">
              <a:schemeClr val="accent1">
                <a:shade val="50000"/>
                <a:hueOff val="38046"/>
                <a:satOff val="-796"/>
                <a:lumOff val="4428"/>
                <a:alphaOff val="0"/>
                <a:shade val="51000"/>
                <a:satMod val="130000"/>
              </a:schemeClr>
            </a:gs>
            <a:gs pos="80000">
              <a:schemeClr val="accent1">
                <a:shade val="50000"/>
                <a:hueOff val="38046"/>
                <a:satOff val="-796"/>
                <a:lumOff val="4428"/>
                <a:alphaOff val="0"/>
                <a:shade val="93000"/>
                <a:satMod val="130000"/>
              </a:schemeClr>
            </a:gs>
            <a:gs pos="100000">
              <a:schemeClr val="accent1">
                <a:shade val="50000"/>
                <a:hueOff val="38046"/>
                <a:satOff val="-796"/>
                <a:lumOff val="44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1822450">
            <a:lnSpc>
              <a:spcPct val="90000"/>
            </a:lnSpc>
            <a:spcBef>
              <a:spcPct val="0"/>
            </a:spcBef>
            <a:spcAft>
              <a:spcPct val="35000"/>
            </a:spcAft>
            <a:buNone/>
          </a:pPr>
          <a:r>
            <a:rPr lang="en-US" sz="4100" kern="1200" dirty="0"/>
            <a:t>Warping data over original image</a:t>
          </a:r>
          <a:endParaRPr lang="en-IN" sz="4100" kern="1200" dirty="0"/>
        </a:p>
      </dsp:txBody>
      <dsp:txXfrm>
        <a:off x="17130869" y="5696792"/>
        <a:ext cx="2356888" cy="2356888"/>
      </dsp:txXfrm>
    </dsp:sp>
  </dsp:spTree>
</dsp:drawing>
</file>

<file path=ppt/diagrams/layout1.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Rectangle 10"/>
          <p:cNvSpPr/>
          <p:nvPr userDrawn="1"/>
        </p:nvSpPr>
        <p:spPr>
          <a:xfrm>
            <a:off x="29426517"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10" name="Rectangle 9"/>
          <p:cNvSpPr/>
          <p:nvPr userDrawn="1"/>
        </p:nvSpPr>
        <p:spPr>
          <a:xfrm>
            <a:off x="0"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7" name="Rectangle 6"/>
          <p:cNvSpPr/>
          <p:nvPr userDrawn="1"/>
        </p:nvSpPr>
        <p:spPr>
          <a:xfrm>
            <a:off x="0" y="0"/>
            <a:ext cx="30267275" cy="534927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8" name="Rectangle 7"/>
          <p:cNvSpPr/>
          <p:nvPr userDrawn="1"/>
        </p:nvSpPr>
        <p:spPr>
          <a:xfrm>
            <a:off x="0" y="37444959"/>
            <a:ext cx="30267275" cy="534927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9" name="Instructions"/>
          <p:cNvSpPr/>
          <p:nvPr userDrawn="1"/>
        </p:nvSpPr>
        <p:spPr>
          <a:xfrm>
            <a:off x="-12611365" y="0"/>
            <a:ext cx="11770607" cy="427942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7425" tIns="217425" rIns="217425" bIns="21742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This poster template is set up for A0</a:t>
            </a:r>
            <a:r>
              <a:rPr lang="en-US" sz="6000" baseline="0" dirty="0">
                <a:solidFill>
                  <a:srgbClr val="7F7F7F"/>
                </a:solidFill>
                <a:latin typeface="Calibri" pitchFamily="34" charset="0"/>
                <a:cs typeface="Calibri" panose="020F0502020204030204" pitchFamily="34" charset="0"/>
              </a:rPr>
              <a:t> international paper size of 1189 mm x 841 mm</a:t>
            </a:r>
            <a:r>
              <a:rPr lang="en-US" sz="6000" dirty="0">
                <a:solidFill>
                  <a:srgbClr val="7F7F7F"/>
                </a:solidFill>
                <a:latin typeface="Calibri" pitchFamily="34" charset="0"/>
                <a:cs typeface="Calibri" panose="020F0502020204030204" pitchFamily="34" charset="0"/>
              </a:rPr>
              <a:t> (46.8” high by 33.1” wide). It can be printed at</a:t>
            </a:r>
            <a:r>
              <a:rPr lang="en-US" sz="6000" baseline="0" dirty="0">
                <a:solidFill>
                  <a:srgbClr val="7F7F7F"/>
                </a:solidFill>
                <a:latin typeface="Calibri" pitchFamily="34" charset="0"/>
                <a:cs typeface="Calibri" panose="020F0502020204030204" pitchFamily="34" charset="0"/>
              </a:rPr>
              <a:t> 70.6% for an A1 poster of 841 mm x 594 mm.</a:t>
            </a:r>
            <a:endParaRPr lang="en-US" sz="60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82"/>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82"/>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82"/>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 name="Group 1"/>
          <p:cNvGrpSpPr/>
          <p:nvPr userDrawn="1"/>
        </p:nvGrpSpPr>
        <p:grpSpPr>
          <a:xfrm>
            <a:off x="31108033" y="0"/>
            <a:ext cx="11770607" cy="42794238"/>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delivery as fast as next business day within the US and Canada. </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International: +(1) 913-441-1410</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8425085"/>
              <a:ext cx="11904515" cy="10246926"/>
            </a:xfrm>
            <a:prstGeom prst="rect">
              <a:avLst/>
            </a:prstGeom>
          </p:spPr>
        </p:pic>
      </p:gr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11037" y="42504519"/>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6/10/2022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364" y="1713754"/>
            <a:ext cx="27240548" cy="7132373"/>
          </a:xfrm>
          <a:prstGeom prst="rect">
            <a:avLst/>
          </a:prstGeom>
        </p:spPr>
        <p:txBody>
          <a:bodyPr vert="horz" lIns="417456" tIns="208727" rIns="417456" bIns="208727" rtlCol="0" anchor="ctr">
            <a:normAutofit/>
          </a:bodyPr>
          <a:lstStyle/>
          <a:p>
            <a:r>
              <a:rPr lang="en-US" dirty="0"/>
              <a:t>Click to edit Master title style</a:t>
            </a:r>
          </a:p>
        </p:txBody>
      </p:sp>
      <p:sp>
        <p:nvSpPr>
          <p:cNvPr id="3" name="Text Placeholder 2"/>
          <p:cNvSpPr>
            <a:spLocks noGrp="1"/>
          </p:cNvSpPr>
          <p:nvPr>
            <p:ph type="body" idx="1"/>
          </p:nvPr>
        </p:nvSpPr>
        <p:spPr>
          <a:xfrm>
            <a:off x="1513364" y="9985326"/>
            <a:ext cx="27240548" cy="28242219"/>
          </a:xfrm>
          <a:prstGeom prst="rect">
            <a:avLst/>
          </a:prstGeom>
        </p:spPr>
        <p:txBody>
          <a:bodyPr vert="horz" lIns="417456" tIns="208727" rIns="417456" bIns="208727"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13364" y="39663922"/>
            <a:ext cx="7062364" cy="2278397"/>
          </a:xfrm>
          <a:prstGeom prst="rect">
            <a:avLst/>
          </a:prstGeom>
        </p:spPr>
        <p:txBody>
          <a:bodyPr vert="horz" lIns="417456" tIns="208727" rIns="417456" bIns="208727" rtlCol="0" anchor="ctr"/>
          <a:lstStyle>
            <a:lvl1pPr algn="l">
              <a:defRPr sz="5500">
                <a:solidFill>
                  <a:schemeClr val="tx1">
                    <a:tint val="75000"/>
                  </a:schemeClr>
                </a:solidFill>
              </a:defRPr>
            </a:lvl1pPr>
          </a:lstStyle>
          <a:p>
            <a:fld id="{985D6BDF-9D0E-4E2B-85B8-D8F4790360C9}" type="datetimeFigureOut">
              <a:rPr lang="en-US" smtClean="0"/>
              <a:t>6/10/2022</a:t>
            </a:fld>
            <a:endParaRPr lang="en-US" dirty="0"/>
          </a:p>
        </p:txBody>
      </p:sp>
      <p:sp>
        <p:nvSpPr>
          <p:cNvPr id="5" name="Footer Placeholder 4"/>
          <p:cNvSpPr>
            <a:spLocks noGrp="1"/>
          </p:cNvSpPr>
          <p:nvPr>
            <p:ph type="ftr" sz="quarter" idx="3"/>
          </p:nvPr>
        </p:nvSpPr>
        <p:spPr>
          <a:xfrm>
            <a:off x="10341319" y="39663922"/>
            <a:ext cx="9584637" cy="2278397"/>
          </a:xfrm>
          <a:prstGeom prst="rect">
            <a:avLst/>
          </a:prstGeom>
        </p:spPr>
        <p:txBody>
          <a:bodyPr vert="horz" lIns="417456" tIns="208727" rIns="417456" bIns="208727" rtlCol="0" anchor="ctr"/>
          <a:lstStyle>
            <a:lvl1pPr algn="ctr">
              <a:defRPr sz="5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691547" y="39663922"/>
            <a:ext cx="7062364" cy="2278397"/>
          </a:xfrm>
          <a:prstGeom prst="rect">
            <a:avLst/>
          </a:prstGeom>
        </p:spPr>
        <p:txBody>
          <a:bodyPr vert="horz" lIns="417456" tIns="208727" rIns="417456" bIns="208727" rtlCol="0" anchor="ctr"/>
          <a:lstStyle>
            <a:lvl1pPr algn="r">
              <a:defRPr sz="55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174556" rtl="0" eaLnBrk="1" latinLnBrk="0" hangingPunct="1">
        <a:spcBef>
          <a:spcPct val="0"/>
        </a:spcBef>
        <a:buNone/>
        <a:defRPr sz="7600" kern="1200">
          <a:solidFill>
            <a:schemeClr val="tx1"/>
          </a:solidFill>
          <a:latin typeface="+mj-lt"/>
          <a:ea typeface="+mj-ea"/>
          <a:cs typeface="+mj-cs"/>
        </a:defRPr>
      </a:lvl1pPr>
    </p:titleStyle>
    <p:bodyStyle>
      <a:lvl1pPr marL="434850"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86969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2pPr>
      <a:lvl3pPr marL="130454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173939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4pPr>
      <a:lvl5pPr marL="217424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5pPr>
      <a:lvl6pPr marL="11480029"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307"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4585"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1863"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diagramColors" Target="../diagrams/colors1.xml"/><Relationship Id="rId1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diagramQuickStyle" Target="../diagrams/quickStyle1.xml"/><Relationship Id="rId17" Type="http://schemas.openxmlformats.org/officeDocument/2006/relationships/image" Target="../media/image12.png"/><Relationship Id="rId2" Type="http://schemas.openxmlformats.org/officeDocument/2006/relationships/hyperlink" Target="https://www.linkedin.com/company/avida-nita/" TargetMode="External"/><Relationship Id="rId16"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diagramLayout" Target="../diagrams/layout1.xml"/><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diagramData" Target="../diagrams/data1.xml"/><Relationship Id="rId4" Type="http://schemas.openxmlformats.org/officeDocument/2006/relationships/image" Target="../media/image4.png"/><Relationship Id="rId9" Type="http://schemas.openxmlformats.org/officeDocument/2006/relationships/image" Target="../media/image9.png"/><Relationship Id="rId14" Type="http://schemas.microsoft.com/office/2007/relationships/diagramDrawing" Target="../diagrams/drawin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570801" y="84189"/>
            <a:ext cx="21117102" cy="321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434850" rIns="173940" bIns="43485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600" b="1" dirty="0">
                <a:solidFill>
                  <a:schemeClr val="accent3">
                    <a:lumMod val="20000"/>
                    <a:lumOff val="80000"/>
                  </a:schemeClr>
                </a:solidFill>
                <a:latin typeface="+mn-lt"/>
              </a:rPr>
              <a:t>Team AVIDA</a:t>
            </a:r>
          </a:p>
          <a:p>
            <a:pPr algn="ctr" eaLnBrk="1" hangingPunct="1"/>
            <a:r>
              <a:rPr lang="en-US" sz="7600" b="1" dirty="0">
                <a:solidFill>
                  <a:schemeClr val="accent3">
                    <a:lumMod val="20000"/>
                    <a:lumOff val="80000"/>
                  </a:schemeClr>
                </a:solidFill>
                <a:latin typeface="+mn-lt"/>
              </a:rPr>
              <a:t>Advance </a:t>
            </a:r>
            <a:r>
              <a:rPr lang="en-US" sz="7600" b="1">
                <a:solidFill>
                  <a:schemeClr val="accent3">
                    <a:lumMod val="20000"/>
                    <a:lumOff val="80000"/>
                  </a:schemeClr>
                </a:solidFill>
                <a:latin typeface="+mn-lt"/>
              </a:rPr>
              <a:t>Lane Detection</a:t>
            </a:r>
            <a:endParaRPr lang="en-US" sz="7600" b="1" dirty="0">
              <a:solidFill>
                <a:schemeClr val="accent3">
                  <a:lumMod val="20000"/>
                  <a:lumOff val="80000"/>
                </a:schemeClr>
              </a:solidFill>
              <a:latin typeface="+mn-lt"/>
            </a:endParaRPr>
          </a:p>
        </p:txBody>
      </p:sp>
      <p:sp>
        <p:nvSpPr>
          <p:cNvPr id="5" name="Text Box 123"/>
          <p:cNvSpPr txBox="1">
            <a:spLocks noChangeArrowheads="1"/>
          </p:cNvSpPr>
          <p:nvPr/>
        </p:nvSpPr>
        <p:spPr bwMode="auto">
          <a:xfrm>
            <a:off x="4570801" y="3291840"/>
            <a:ext cx="21117102" cy="2057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173940" rIns="173940" bIns="173940"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600" dirty="0" err="1">
                <a:solidFill>
                  <a:schemeClr val="accent3">
                    <a:lumMod val="20000"/>
                    <a:lumOff val="80000"/>
                  </a:schemeClr>
                </a:solidFill>
                <a:latin typeface="+mn-lt"/>
              </a:rPr>
              <a:t>Sumit</a:t>
            </a:r>
            <a:r>
              <a:rPr lang="en-US" sz="4600" dirty="0">
                <a:solidFill>
                  <a:schemeClr val="accent3">
                    <a:lumMod val="20000"/>
                    <a:lumOff val="80000"/>
                  </a:schemeClr>
                </a:solidFill>
                <a:latin typeface="+mn-lt"/>
              </a:rPr>
              <a:t> Anand</a:t>
            </a:r>
          </a:p>
        </p:txBody>
      </p:sp>
      <p:sp>
        <p:nvSpPr>
          <p:cNvPr id="24" name="TextBox 23"/>
          <p:cNvSpPr txBox="1"/>
          <p:nvPr/>
        </p:nvSpPr>
        <p:spPr>
          <a:xfrm>
            <a:off x="1261136" y="39049741"/>
            <a:ext cx="6696206" cy="2396144"/>
          </a:xfrm>
          <a:prstGeom prst="rect">
            <a:avLst/>
          </a:prstGeom>
          <a:solidFill>
            <a:schemeClr val="accent1">
              <a:lumMod val="40000"/>
              <a:lumOff val="60000"/>
            </a:schemeClr>
          </a:solidFill>
        </p:spPr>
        <p:txBody>
          <a:bodyPr wrap="none" lIns="86970" tIns="43485" rIns="86970" bIns="43485" rtlCol="0">
            <a:spAutoFit/>
          </a:bodyPr>
          <a:lstStyle/>
          <a:p>
            <a:r>
              <a:rPr lang="en-US" sz="3000" dirty="0"/>
              <a:t>Team AVIDA</a:t>
            </a:r>
          </a:p>
          <a:p>
            <a:r>
              <a:rPr lang="en-US" sz="3000" dirty="0"/>
              <a:t>Team Id- SDCC2021001</a:t>
            </a:r>
          </a:p>
          <a:p>
            <a:r>
              <a:rPr lang="en-US" sz="3000" dirty="0"/>
              <a:t>National Institute of Technology, Agartala.</a:t>
            </a:r>
          </a:p>
          <a:p>
            <a:r>
              <a:rPr lang="en-US" sz="3000" dirty="0"/>
              <a:t>LinkedIn: </a:t>
            </a:r>
            <a:r>
              <a:rPr lang="en-US" sz="3000" dirty="0">
                <a:hlinkClick r:id="rId2"/>
              </a:rPr>
              <a:t>Team Avida/LinkedIn</a:t>
            </a:r>
            <a:endParaRPr lang="en-US" sz="3000" dirty="0"/>
          </a:p>
          <a:p>
            <a:r>
              <a:rPr lang="en-US" sz="3000" dirty="0"/>
              <a:t>Phone:7905155527</a:t>
            </a:r>
          </a:p>
        </p:txBody>
      </p:sp>
      <p:sp>
        <p:nvSpPr>
          <p:cNvPr id="25" name="TextBox 24"/>
          <p:cNvSpPr txBox="1"/>
          <p:nvPr/>
        </p:nvSpPr>
        <p:spPr>
          <a:xfrm>
            <a:off x="1261136" y="37890733"/>
            <a:ext cx="2385859" cy="918816"/>
          </a:xfrm>
          <a:prstGeom prst="rect">
            <a:avLst/>
          </a:prstGeom>
          <a:noFill/>
        </p:spPr>
        <p:txBody>
          <a:bodyPr wrap="none" lIns="86970" tIns="43485" rIns="86970" bIns="43485" rtlCol="0">
            <a:spAutoFit/>
          </a:bodyPr>
          <a:lstStyle/>
          <a:p>
            <a:r>
              <a:rPr lang="en-US" sz="5400" b="1" dirty="0"/>
              <a:t>Contact</a:t>
            </a:r>
          </a:p>
        </p:txBody>
      </p:sp>
      <p:sp>
        <p:nvSpPr>
          <p:cNvPr id="26" name="TextBox 25"/>
          <p:cNvSpPr txBox="1"/>
          <p:nvPr/>
        </p:nvSpPr>
        <p:spPr>
          <a:xfrm>
            <a:off x="15133638" y="39049741"/>
            <a:ext cx="13452122" cy="2852949"/>
          </a:xfrm>
          <a:prstGeom prst="rect">
            <a:avLst/>
          </a:prstGeom>
          <a:noFill/>
        </p:spPr>
        <p:txBody>
          <a:bodyPr wrap="square" lIns="86970" tIns="86970" rIns="86970" bIns="86970" numCol="1" spcCol="434850" rtlCol="0">
            <a:noAutofit/>
          </a:bodyPr>
          <a:lstStyle/>
          <a:p>
            <a:pPr marL="434850" indent="-434850">
              <a:buFont typeface="+mj-lt"/>
              <a:buAutoNum type="arabicPeriod"/>
            </a:pPr>
            <a:r>
              <a:rPr lang="en-US" sz="1600" dirty="0"/>
              <a:t>https://github.com/mohamedameen93/Advanced-Lane-Finding-Using-OpenCV</a:t>
            </a:r>
          </a:p>
          <a:p>
            <a:pPr marL="434850" indent="-434850">
              <a:buFont typeface="+mj-lt"/>
              <a:buAutoNum type="arabicPeriod"/>
            </a:pPr>
            <a:r>
              <a:rPr lang="en-US" sz="1600" dirty="0"/>
              <a:t>https://github.com/OanaGaskey/Advanced-Lane-Detection</a:t>
            </a:r>
          </a:p>
          <a:p>
            <a:pPr marL="434850" indent="-434850">
              <a:buFont typeface="+mj-lt"/>
              <a:buAutoNum type="arabicPeriod"/>
            </a:pPr>
            <a:r>
              <a:rPr lang="en-US" sz="1600" dirty="0"/>
              <a:t>https://www.linkedin.com/pulse/chapter-2-self-driving-car-advanced-lane-finding-theory-snoussi/</a:t>
            </a:r>
          </a:p>
          <a:p>
            <a:pPr marL="434850" indent="-434850">
              <a:buFont typeface="+mj-lt"/>
              <a:buAutoNum type="arabicPeriod"/>
            </a:pPr>
            <a:r>
              <a:rPr lang="en-US" sz="1600" dirty="0"/>
              <a:t>https://medium.com/@NickHortovanyi/advanced-lane-detection-8b98b79b9cac</a:t>
            </a:r>
          </a:p>
          <a:p>
            <a:pPr marL="434850" indent="-434850">
              <a:buFont typeface="+mj-lt"/>
              <a:buAutoNum type="arabicPeriod"/>
            </a:pPr>
            <a:r>
              <a:rPr lang="en-US" sz="1600" dirty="0"/>
              <a:t>https://medium.com/@NickHortovanyi/advanced-lane-detection-8b98b79b9cac</a:t>
            </a:r>
          </a:p>
          <a:p>
            <a:pPr marL="434850" indent="-434850">
              <a:buFont typeface="+mj-lt"/>
              <a:buAutoNum type="arabicPeriod"/>
            </a:pPr>
            <a:r>
              <a:rPr lang="en-US" sz="1600" dirty="0"/>
              <a:t>https://towardsdatascience.com/advanced-lane-detection-for-autonomous-vehicles-using-computer-vision-techniques-f229e4245e41  </a:t>
            </a:r>
          </a:p>
          <a:p>
            <a:pPr marL="434850" indent="-434850">
              <a:buFont typeface="+mj-lt"/>
              <a:buAutoNum type="arabicPeriod"/>
            </a:pPr>
            <a:endParaRPr lang="en-US" sz="1600" dirty="0"/>
          </a:p>
        </p:txBody>
      </p:sp>
      <p:sp>
        <p:nvSpPr>
          <p:cNvPr id="27" name="TextBox 26"/>
          <p:cNvSpPr txBox="1"/>
          <p:nvPr/>
        </p:nvSpPr>
        <p:spPr>
          <a:xfrm>
            <a:off x="15133638" y="37890733"/>
            <a:ext cx="3325668" cy="918816"/>
          </a:xfrm>
          <a:prstGeom prst="rect">
            <a:avLst/>
          </a:prstGeom>
          <a:noFill/>
        </p:spPr>
        <p:txBody>
          <a:bodyPr wrap="none" lIns="86970" tIns="43485" rIns="86970" bIns="43485" rtlCol="0">
            <a:spAutoFit/>
          </a:bodyPr>
          <a:lstStyle/>
          <a:p>
            <a:r>
              <a:rPr lang="en-US" sz="5400" b="1" dirty="0"/>
              <a:t>References</a:t>
            </a:r>
          </a:p>
        </p:txBody>
      </p:sp>
      <p:sp>
        <p:nvSpPr>
          <p:cNvPr id="10" name="Text Box 189"/>
          <p:cNvSpPr txBox="1">
            <a:spLocks noChangeArrowheads="1"/>
          </p:cNvSpPr>
          <p:nvPr/>
        </p:nvSpPr>
        <p:spPr bwMode="auto">
          <a:xfrm>
            <a:off x="1681515" y="7132373"/>
            <a:ext cx="8407576" cy="5429591"/>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Calibri" pitchFamily="34" charset="0"/>
              </a:rPr>
              <a:t>In this project, we try to detect road features like lanes, road radius curvature and road center offset.</a:t>
            </a:r>
          </a:p>
          <a:p>
            <a:pPr eaLnBrk="1" hangingPunct="1"/>
            <a:r>
              <a:rPr lang="en-US" sz="3000" dirty="0">
                <a:latin typeface="Calibri" pitchFamily="34" charset="0"/>
              </a:rPr>
              <a:t>We basically tried to enable an autonomous vehicle to visualize and its surroundings and predict regression-based values for </a:t>
            </a:r>
            <a:r>
              <a:rPr lang="en-US" sz="3000">
                <a:latin typeface="Calibri" pitchFamily="34" charset="0"/>
              </a:rPr>
              <a:t>the controller. </a:t>
            </a:r>
            <a:r>
              <a:rPr lang="en-US" sz="3000" dirty="0">
                <a:latin typeface="Calibri" pitchFamily="34" charset="0"/>
              </a:rPr>
              <a:t>Steps involved include camera calibration, distortion correction, thresholding, perspective transform, lane pixel detection, etc.</a:t>
            </a:r>
          </a:p>
          <a:p>
            <a:pPr eaLnBrk="1" hangingPunct="1"/>
            <a:r>
              <a:rPr lang="en-US" sz="3000" dirty="0">
                <a:latin typeface="Calibri" pitchFamily="34" charset="0"/>
              </a:rPr>
              <a:t>We were able to write a code in Python, using libraries like OpenCV and NumPy, to execute many deep learning applications.</a:t>
            </a:r>
          </a:p>
        </p:txBody>
      </p:sp>
      <p:sp>
        <p:nvSpPr>
          <p:cNvPr id="32" name="Rectangle 31"/>
          <p:cNvSpPr/>
          <p:nvPr/>
        </p:nvSpPr>
        <p:spPr>
          <a:xfrm>
            <a:off x="1681515"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Abstract</a:t>
            </a:r>
          </a:p>
        </p:txBody>
      </p:sp>
      <p:sp>
        <p:nvSpPr>
          <p:cNvPr id="33" name="Rectangle 32"/>
          <p:cNvSpPr/>
          <p:nvPr/>
        </p:nvSpPr>
        <p:spPr>
          <a:xfrm>
            <a:off x="1681515" y="13548519"/>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0929850" y="7132373"/>
            <a:ext cx="8407576" cy="7276250"/>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14350" indent="-514350" eaLnBrk="1" hangingPunct="1">
              <a:buAutoNum type="arabicPeriod"/>
            </a:pPr>
            <a:r>
              <a:rPr lang="en-US" sz="3000" dirty="0">
                <a:latin typeface="Calibri" pitchFamily="34" charset="0"/>
              </a:rPr>
              <a:t>Camera calibration</a:t>
            </a:r>
          </a:p>
          <a:p>
            <a:pPr marL="514350" indent="-514350" eaLnBrk="1" hangingPunct="1">
              <a:buAutoNum type="arabicPeriod"/>
            </a:pPr>
            <a:r>
              <a:rPr lang="en-US" sz="3000" dirty="0">
                <a:latin typeface="Calibri" pitchFamily="34" charset="0"/>
              </a:rPr>
              <a:t>Apply a distortion correction to raw images.</a:t>
            </a:r>
          </a:p>
          <a:p>
            <a:pPr marL="514350" indent="-514350" eaLnBrk="1" hangingPunct="1">
              <a:buAutoNum type="arabicPeriod"/>
            </a:pPr>
            <a:r>
              <a:rPr lang="en-US" sz="3000" dirty="0">
                <a:latin typeface="Calibri" pitchFamily="34" charset="0"/>
              </a:rPr>
              <a:t>Use color transforms, gradients, etc., to create a thresholded binary image.</a:t>
            </a:r>
          </a:p>
          <a:p>
            <a:pPr marL="514350" indent="-514350" eaLnBrk="1" hangingPunct="1">
              <a:buAutoNum type="arabicPeriod"/>
            </a:pPr>
            <a:r>
              <a:rPr lang="en-US" sz="3000" dirty="0">
                <a:latin typeface="Calibri" pitchFamily="34" charset="0"/>
              </a:rPr>
              <a:t>Apply a perspective transform to generate a “bird’s-eye view” of the image.</a:t>
            </a:r>
          </a:p>
          <a:p>
            <a:pPr marL="514350" indent="-514350" eaLnBrk="1" hangingPunct="1">
              <a:buAutoNum type="arabicPeriod"/>
            </a:pPr>
            <a:r>
              <a:rPr lang="en-US" sz="3000" dirty="0">
                <a:latin typeface="Calibri" pitchFamily="34" charset="0"/>
              </a:rPr>
              <a:t>Detect lane pixels and fit to find the lane boundary.</a:t>
            </a:r>
          </a:p>
          <a:p>
            <a:pPr marL="514350" indent="-514350" eaLnBrk="1" hangingPunct="1">
              <a:buAutoNum type="arabicPeriod"/>
            </a:pPr>
            <a:r>
              <a:rPr lang="en-US" sz="3000" dirty="0">
                <a:latin typeface="Calibri" pitchFamily="34" charset="0"/>
              </a:rPr>
              <a:t>Determine the curvature of the lane and vehicle position with respect to the center of the car.</a:t>
            </a:r>
          </a:p>
          <a:p>
            <a:pPr marL="514350" indent="-514350" eaLnBrk="1" hangingPunct="1">
              <a:buAutoNum type="arabicPeriod"/>
            </a:pPr>
            <a:r>
              <a:rPr lang="en-US" sz="3000" dirty="0">
                <a:latin typeface="Calibri" pitchFamily="34" charset="0"/>
              </a:rPr>
              <a:t>Warp the detected lane boundaries back onto the original image and display numerical estimation of</a:t>
            </a:r>
          </a:p>
          <a:p>
            <a:pPr marL="514350" indent="-514350" eaLnBrk="1" hangingPunct="1">
              <a:buAutoNum type="arabicPeriod"/>
            </a:pPr>
            <a:r>
              <a:rPr lang="en-US" sz="3000" dirty="0">
                <a:latin typeface="Calibri" pitchFamily="34" charset="0"/>
              </a:rPr>
              <a:t>lane curvature and vehicle position.</a:t>
            </a:r>
          </a:p>
          <a:p>
            <a:pPr marL="514350" indent="-514350" eaLnBrk="1" hangingPunct="1">
              <a:buAutoNum type="arabicPeriod"/>
            </a:pPr>
            <a:endParaRPr lang="en-US" sz="3000" dirty="0">
              <a:latin typeface="Calibri" pitchFamily="34" charset="0"/>
            </a:endParaRPr>
          </a:p>
        </p:txBody>
      </p:sp>
      <p:sp>
        <p:nvSpPr>
          <p:cNvPr id="34" name="Rectangle 33"/>
          <p:cNvSpPr/>
          <p:nvPr/>
        </p:nvSpPr>
        <p:spPr>
          <a:xfrm>
            <a:off x="10929850"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Methodology</a:t>
            </a:r>
          </a:p>
        </p:txBody>
      </p:sp>
      <p:sp>
        <p:nvSpPr>
          <p:cNvPr id="14" name="Text Box 193"/>
          <p:cNvSpPr txBox="1">
            <a:spLocks noChangeArrowheads="1"/>
          </p:cNvSpPr>
          <p:nvPr/>
        </p:nvSpPr>
        <p:spPr bwMode="auto">
          <a:xfrm>
            <a:off x="20178184" y="17409183"/>
            <a:ext cx="8407576" cy="4044596"/>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000" dirty="0">
                <a:latin typeface="Calibri" pitchFamily="34" charset="0"/>
              </a:rPr>
              <a:t>The steps discussed in this article are great steps, to begin with, that solve the lane detection problem with absolute computer vision techniques. Several even more advanced techniques take advantage of neural networks to provide consistent, and comprehensive results even when the input data consists of varying lighting conditions and surroundings.</a:t>
            </a:r>
          </a:p>
        </p:txBody>
      </p:sp>
      <p:sp>
        <p:nvSpPr>
          <p:cNvPr id="36" name="Rectangle 35"/>
          <p:cNvSpPr/>
          <p:nvPr/>
        </p:nvSpPr>
        <p:spPr>
          <a:xfrm>
            <a:off x="20178184" y="1651763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Conclusions</a:t>
            </a:r>
          </a:p>
        </p:txBody>
      </p:sp>
      <p:sp>
        <p:nvSpPr>
          <p:cNvPr id="11" name="Text Box 190"/>
          <p:cNvSpPr txBox="1">
            <a:spLocks noChangeArrowheads="1"/>
          </p:cNvSpPr>
          <p:nvPr/>
        </p:nvSpPr>
        <p:spPr bwMode="auto">
          <a:xfrm>
            <a:off x="1681515" y="14440066"/>
            <a:ext cx="8407576" cy="14201223"/>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mn-lt"/>
              </a:rPr>
              <a:t>In this Advanced Lane Detection project, we apply computer vision techniques to augment video output with a detected road lane, road radius curvature and road center offset. The field of computer vision has a vital role in helping autonomous systems to visualize their surroundings, make inferences from pixel data and use these inferences to predict regression-based values that can be used to feed controllers that have the responsibility to guide and control the autonomous vehicle. This steps involved in this project are following:</a:t>
            </a:r>
          </a:p>
          <a:p>
            <a:pPr eaLnBrk="1" hangingPunct="1"/>
            <a:endParaRPr lang="en-US" sz="3000" dirty="0">
              <a:latin typeface="+mn-lt"/>
            </a:endParaRPr>
          </a:p>
          <a:p>
            <a:pPr eaLnBrk="1" hangingPunct="1"/>
            <a:r>
              <a:rPr lang="en-US" sz="3000" dirty="0">
                <a:latin typeface="+mn-lt"/>
              </a:rPr>
              <a:t>• Compute the camera calibration matrix and distortion coefficients given a set of chessboard images.</a:t>
            </a:r>
          </a:p>
          <a:p>
            <a:pPr eaLnBrk="1" hangingPunct="1"/>
            <a:r>
              <a:rPr lang="en-US" sz="3000" dirty="0">
                <a:latin typeface="+mn-lt"/>
              </a:rPr>
              <a:t>• Apply a distortion correction to raw images.</a:t>
            </a:r>
          </a:p>
          <a:p>
            <a:pPr eaLnBrk="1" hangingPunct="1"/>
            <a:r>
              <a:rPr lang="en-US" sz="3000" dirty="0">
                <a:latin typeface="+mn-lt"/>
              </a:rPr>
              <a:t>• Use color transforms, gradients, etc., to create a thresholded binary image.</a:t>
            </a:r>
          </a:p>
          <a:p>
            <a:pPr eaLnBrk="1" hangingPunct="1"/>
            <a:r>
              <a:rPr lang="en-US" sz="3000" dirty="0">
                <a:latin typeface="+mn-lt"/>
              </a:rPr>
              <a:t>• Apply a perspective transform to rectify binary image (“birds-eye view”).</a:t>
            </a:r>
          </a:p>
          <a:p>
            <a:pPr eaLnBrk="1" hangingPunct="1"/>
            <a:r>
              <a:rPr lang="en-US" sz="3000" dirty="0">
                <a:latin typeface="+mn-lt"/>
              </a:rPr>
              <a:t>• Detect lane pixels and fit to find the lane boundary.</a:t>
            </a:r>
          </a:p>
          <a:p>
            <a:pPr eaLnBrk="1" hangingPunct="1"/>
            <a:r>
              <a:rPr lang="en-US" sz="3000" dirty="0">
                <a:latin typeface="+mn-lt"/>
              </a:rPr>
              <a:t>• Determine the curvature of the lane and vehicle position with respect to center.</a:t>
            </a:r>
          </a:p>
          <a:p>
            <a:pPr eaLnBrk="1" hangingPunct="1"/>
            <a:r>
              <a:rPr lang="en-US" sz="3000" dirty="0">
                <a:latin typeface="+mn-lt"/>
              </a:rPr>
              <a:t>• Warp the detected lane boundaries back onto the original image.</a:t>
            </a:r>
          </a:p>
          <a:p>
            <a:pPr eaLnBrk="1" hangingPunct="1"/>
            <a:r>
              <a:rPr lang="en-US" sz="3000" dirty="0">
                <a:latin typeface="+mn-lt"/>
              </a:rPr>
              <a:t>• Output visual display of the lane boundaries and numerical estimation of lane curvature and vehicle</a:t>
            </a:r>
          </a:p>
          <a:p>
            <a:pPr eaLnBrk="1" hangingPunct="1"/>
            <a:r>
              <a:rPr lang="en-US" sz="3000" dirty="0">
                <a:latin typeface="+mn-lt"/>
              </a:rPr>
              <a:t>position.</a:t>
            </a:r>
          </a:p>
        </p:txBody>
      </p:sp>
      <p:sp>
        <p:nvSpPr>
          <p:cNvPr id="45" name="Rectangle 44"/>
          <p:cNvSpPr/>
          <p:nvPr/>
        </p:nvSpPr>
        <p:spPr>
          <a:xfrm>
            <a:off x="10942637" y="16004957"/>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Results</a:t>
            </a:r>
          </a:p>
        </p:txBody>
      </p:sp>
      <p:sp>
        <p:nvSpPr>
          <p:cNvPr id="51" name="Text Box 180"/>
          <p:cNvSpPr txBox="1">
            <a:spLocks noChangeArrowheads="1"/>
          </p:cNvSpPr>
          <p:nvPr/>
        </p:nvSpPr>
        <p:spPr bwMode="auto">
          <a:xfrm>
            <a:off x="20375669" y="10236446"/>
            <a:ext cx="3034178"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1.</a:t>
            </a:r>
            <a:r>
              <a:rPr lang="en-US" sz="2400" dirty="0">
                <a:latin typeface="Calibri" pitchFamily="34" charset="0"/>
              </a:rPr>
              <a:t> Actual image.</a:t>
            </a:r>
          </a:p>
        </p:txBody>
      </p:sp>
      <p:sp>
        <p:nvSpPr>
          <p:cNvPr id="52" name="Text Box 181"/>
          <p:cNvSpPr txBox="1">
            <a:spLocks noChangeArrowheads="1"/>
          </p:cNvSpPr>
          <p:nvPr/>
        </p:nvSpPr>
        <p:spPr bwMode="auto">
          <a:xfrm>
            <a:off x="23420704" y="10212606"/>
            <a:ext cx="4741056"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2.</a:t>
            </a:r>
            <a:r>
              <a:rPr lang="en-US" sz="2400" dirty="0">
                <a:latin typeface="Calibri" pitchFamily="34" charset="0"/>
              </a:rPr>
              <a:t>Edge detection by OpenCV.</a:t>
            </a:r>
          </a:p>
        </p:txBody>
      </p:sp>
      <p:sp>
        <p:nvSpPr>
          <p:cNvPr id="37" name="Text Box 180"/>
          <p:cNvSpPr txBox="1">
            <a:spLocks noChangeArrowheads="1"/>
          </p:cNvSpPr>
          <p:nvPr/>
        </p:nvSpPr>
        <p:spPr bwMode="auto">
          <a:xfrm>
            <a:off x="21457021" y="14010476"/>
            <a:ext cx="4016948"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Fig 3.</a:t>
            </a:r>
            <a:r>
              <a:rPr lang="en-US" sz="2400" dirty="0">
                <a:latin typeface="Calibri" pitchFamily="34" charset="0"/>
              </a:rPr>
              <a:t> Distortion in chess board</a:t>
            </a:r>
          </a:p>
        </p:txBody>
      </p:sp>
      <p:pic>
        <p:nvPicPr>
          <p:cNvPr id="3" name="Picture 2">
            <a:extLst>
              <a:ext uri="{FF2B5EF4-FFF2-40B4-BE49-F238E27FC236}">
                <a16:creationId xmlns:a16="http://schemas.microsoft.com/office/drawing/2014/main" id="{B2BFEE70-C85C-EB55-268B-1109BEC9AA72}"/>
              </a:ext>
            </a:extLst>
          </p:cNvPr>
          <p:cNvPicPr>
            <a:picLocks noChangeAspect="1"/>
          </p:cNvPicPr>
          <p:nvPr/>
        </p:nvPicPr>
        <p:blipFill>
          <a:blip r:embed="rId3"/>
          <a:stretch>
            <a:fillRect/>
          </a:stretch>
        </p:blipFill>
        <p:spPr>
          <a:xfrm>
            <a:off x="20073176" y="7095110"/>
            <a:ext cx="7955172" cy="3153215"/>
          </a:xfrm>
          <a:prstGeom prst="rect">
            <a:avLst/>
          </a:prstGeom>
        </p:spPr>
      </p:pic>
      <p:pic>
        <p:nvPicPr>
          <p:cNvPr id="7" name="Picture 6">
            <a:extLst>
              <a:ext uri="{FF2B5EF4-FFF2-40B4-BE49-F238E27FC236}">
                <a16:creationId xmlns:a16="http://schemas.microsoft.com/office/drawing/2014/main" id="{A0F37E26-D5DE-51D8-E880-CC2F0D35E24C}"/>
              </a:ext>
            </a:extLst>
          </p:cNvPr>
          <p:cNvPicPr>
            <a:picLocks noChangeAspect="1"/>
          </p:cNvPicPr>
          <p:nvPr/>
        </p:nvPicPr>
        <p:blipFill>
          <a:blip r:embed="rId4"/>
          <a:stretch>
            <a:fillRect/>
          </a:stretch>
        </p:blipFill>
        <p:spPr>
          <a:xfrm>
            <a:off x="19858872" y="11584182"/>
            <a:ext cx="3343742" cy="2181529"/>
          </a:xfrm>
          <a:prstGeom prst="rect">
            <a:avLst/>
          </a:prstGeom>
        </p:spPr>
      </p:pic>
      <p:pic>
        <p:nvPicPr>
          <p:cNvPr id="9" name="Picture 8">
            <a:extLst>
              <a:ext uri="{FF2B5EF4-FFF2-40B4-BE49-F238E27FC236}">
                <a16:creationId xmlns:a16="http://schemas.microsoft.com/office/drawing/2014/main" id="{44C5CDAA-147F-D8AC-1F99-C2DF4F6DB3D0}"/>
              </a:ext>
            </a:extLst>
          </p:cNvPr>
          <p:cNvPicPr>
            <a:picLocks noChangeAspect="1"/>
          </p:cNvPicPr>
          <p:nvPr/>
        </p:nvPicPr>
        <p:blipFill>
          <a:blip r:embed="rId5"/>
          <a:stretch>
            <a:fillRect/>
          </a:stretch>
        </p:blipFill>
        <p:spPr>
          <a:xfrm>
            <a:off x="23968400" y="11584182"/>
            <a:ext cx="3439005" cy="2333951"/>
          </a:xfrm>
          <a:prstGeom prst="rect">
            <a:avLst/>
          </a:prstGeom>
        </p:spPr>
      </p:pic>
      <p:pic>
        <p:nvPicPr>
          <p:cNvPr id="16" name="Picture 15">
            <a:extLst>
              <a:ext uri="{FF2B5EF4-FFF2-40B4-BE49-F238E27FC236}">
                <a16:creationId xmlns:a16="http://schemas.microsoft.com/office/drawing/2014/main" id="{2496FB69-4CE3-B31F-AB6B-B76104D876E6}"/>
              </a:ext>
            </a:extLst>
          </p:cNvPr>
          <p:cNvPicPr>
            <a:picLocks noChangeAspect="1"/>
          </p:cNvPicPr>
          <p:nvPr/>
        </p:nvPicPr>
        <p:blipFill>
          <a:blip r:embed="rId6"/>
          <a:stretch>
            <a:fillRect/>
          </a:stretch>
        </p:blipFill>
        <p:spPr>
          <a:xfrm>
            <a:off x="20587941" y="22251588"/>
            <a:ext cx="6925642" cy="3934374"/>
          </a:xfrm>
          <a:prstGeom prst="rect">
            <a:avLst/>
          </a:prstGeom>
        </p:spPr>
      </p:pic>
      <p:sp>
        <p:nvSpPr>
          <p:cNvPr id="35" name="Text Box 181">
            <a:extLst>
              <a:ext uri="{FF2B5EF4-FFF2-40B4-BE49-F238E27FC236}">
                <a16:creationId xmlns:a16="http://schemas.microsoft.com/office/drawing/2014/main" id="{B6E73EF8-50AC-39BA-9E11-A3EDF1EFBA1D}"/>
              </a:ext>
            </a:extLst>
          </p:cNvPr>
          <p:cNvSpPr txBox="1">
            <a:spLocks noChangeArrowheads="1"/>
          </p:cNvSpPr>
          <p:nvPr/>
        </p:nvSpPr>
        <p:spPr bwMode="auto">
          <a:xfrm>
            <a:off x="22501132" y="26229532"/>
            <a:ext cx="2943769"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4.Final Output</a:t>
            </a:r>
            <a:r>
              <a:rPr lang="en-US" sz="2400" dirty="0">
                <a:latin typeface="Calibri" pitchFamily="34" charset="0"/>
              </a:rPr>
              <a:t>.</a:t>
            </a:r>
          </a:p>
        </p:txBody>
      </p:sp>
      <p:pic>
        <p:nvPicPr>
          <p:cNvPr id="18" name="Picture 17">
            <a:extLst>
              <a:ext uri="{FF2B5EF4-FFF2-40B4-BE49-F238E27FC236}">
                <a16:creationId xmlns:a16="http://schemas.microsoft.com/office/drawing/2014/main" id="{3BCBDE97-689B-9A80-2BEF-D1600C19FF1E}"/>
              </a:ext>
            </a:extLst>
          </p:cNvPr>
          <p:cNvPicPr>
            <a:picLocks noChangeAspect="1"/>
          </p:cNvPicPr>
          <p:nvPr/>
        </p:nvPicPr>
        <p:blipFill>
          <a:blip r:embed="rId7"/>
          <a:stretch>
            <a:fillRect/>
          </a:stretch>
        </p:blipFill>
        <p:spPr>
          <a:xfrm>
            <a:off x="10942637" y="18024497"/>
            <a:ext cx="8394789" cy="2737678"/>
          </a:xfrm>
          <a:prstGeom prst="rect">
            <a:avLst/>
          </a:prstGeom>
        </p:spPr>
      </p:pic>
      <p:pic>
        <p:nvPicPr>
          <p:cNvPr id="20" name="Picture 19" descr="Logo&#10;&#10;Description automatically generated">
            <a:extLst>
              <a:ext uri="{FF2B5EF4-FFF2-40B4-BE49-F238E27FC236}">
                <a16:creationId xmlns:a16="http://schemas.microsoft.com/office/drawing/2014/main" id="{74901C6F-7558-9B76-6904-56A1C22D78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33579" y="1280319"/>
            <a:ext cx="2688303" cy="2688303"/>
          </a:xfrm>
          <a:prstGeom prst="rect">
            <a:avLst/>
          </a:prstGeom>
        </p:spPr>
      </p:pic>
      <p:pic>
        <p:nvPicPr>
          <p:cNvPr id="22" name="Picture 21" descr="A picture containing graphical user interface&#10;&#10;Description automatically generated">
            <a:extLst>
              <a:ext uri="{FF2B5EF4-FFF2-40B4-BE49-F238E27FC236}">
                <a16:creationId xmlns:a16="http://schemas.microsoft.com/office/drawing/2014/main" id="{6D2616F0-7A11-0D3C-ACAE-7C82E1183B5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926217" y="1356519"/>
            <a:ext cx="3456820" cy="2468720"/>
          </a:xfrm>
          <a:prstGeom prst="rect">
            <a:avLst/>
          </a:prstGeom>
        </p:spPr>
      </p:pic>
      <p:graphicFrame>
        <p:nvGraphicFramePr>
          <p:cNvPr id="23" name="Diagram 22">
            <a:extLst>
              <a:ext uri="{FF2B5EF4-FFF2-40B4-BE49-F238E27FC236}">
                <a16:creationId xmlns:a16="http://schemas.microsoft.com/office/drawing/2014/main" id="{894F850E-8D42-7369-6CDD-E0DA5D7FB05C}"/>
              </a:ext>
            </a:extLst>
          </p:cNvPr>
          <p:cNvGraphicFramePr/>
          <p:nvPr>
            <p:extLst>
              <p:ext uri="{D42A27DB-BD31-4B8C-83A1-F6EECF244321}">
                <p14:modId xmlns:p14="http://schemas.microsoft.com/office/powerpoint/2010/main" val="1459241994"/>
              </p:ext>
            </p:extLst>
          </p:nvPr>
        </p:nvGraphicFramePr>
        <p:xfrm>
          <a:off x="6370637" y="26164545"/>
          <a:ext cx="20178183" cy="1345212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026" name="Picture 2">
            <a:extLst>
              <a:ext uri="{FF2B5EF4-FFF2-40B4-BE49-F238E27FC236}">
                <a16:creationId xmlns:a16="http://schemas.microsoft.com/office/drawing/2014/main" id="{E7C56CF6-B761-2799-11CA-7711CD3CF82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942637" y="21132565"/>
            <a:ext cx="8394136" cy="24700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C3720A0-E96C-10C4-8FD7-141D5BD8A4B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018837" y="23938061"/>
            <a:ext cx="8394136" cy="24700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D71FC26-9E6D-2B3C-BD9F-CA4CA4FAF81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929850" y="27043084"/>
            <a:ext cx="8929022" cy="26274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mbined Image">
            <a:extLst>
              <a:ext uri="{FF2B5EF4-FFF2-40B4-BE49-F238E27FC236}">
                <a16:creationId xmlns:a16="http://schemas.microsoft.com/office/drawing/2014/main" id="{BA62A51D-055B-633F-54D4-CD7FE44AEB6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037518" y="27023946"/>
            <a:ext cx="9046713" cy="26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2902</TotalTime>
  <Words>565</Words>
  <Application>Microsoft Office PowerPoint</Application>
  <PresentationFormat>Custom</PresentationFormat>
  <Paragraphs>52</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A0/A1</dc:title>
  <dc:creator>Jay Larson</dc:creator>
  <dc:description>Quality poster printing
www.genigraphics.com
1-800-790-4001</dc:description>
  <cp:lastModifiedBy>thanesh bisen</cp:lastModifiedBy>
  <cp:revision>69</cp:revision>
  <cp:lastPrinted>2013-02-12T02:21:55Z</cp:lastPrinted>
  <dcterms:created xsi:type="dcterms:W3CDTF">2013-02-10T21:14:48Z</dcterms:created>
  <dcterms:modified xsi:type="dcterms:W3CDTF">2022-06-10T17:46:23Z</dcterms:modified>
</cp:coreProperties>
</file>